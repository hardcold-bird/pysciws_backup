
<file path=[Content_Types].xml><?xml version="1.0" encoding="utf-8"?>
<Types xmlns="http://schemas.openxmlformats.org/package/2006/content-types">
  <Default ContentType="application/xml" Extension="xml"/>
  <Default ContentType="image/jpeg" Extension="jpeg"/>
  <Default ContentType="image/jpeg" Extension="jpg"/>
  <Default ContentType="image/tiff" Extension="tiff"/>
  <Default ContentType="application/vnd.openxmlformats-officedocument.spreadsheetml.sheet" Extension="xlsx"/>
  <Default ContentType="application/vnd.openxmlformats-package.relationships+xml" Extension="rels"/>
  <Default ContentType="image/vnd.ms-photo" Extension="wdp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'1.0' encoding='UTF-8' standalone='yes'?>
<Relationships xmlns="http://schemas.openxmlformats.org/package/2006/relationships">
 <Relationship Target="docProps/core.xml" Type="http://schemas.openxmlformats.org/package/2006/relationships/metadata/core-properties" Id="rId3"/>
 <Relationship Target="docProps/app.xml" Type="http://schemas.openxmlformats.org/officeDocument/2006/relationships/extended-properties" Id="rId4"/>
 <Relationship Target="ppt/presentation.xml" Type="http://schemas.openxmlformats.org/officeDocument/2006/relationships/officeDocument" Id="rId1"/>
 <Relationship Target="docProps/thumbnail.jpeg" Type="http://schemas.openxmlformats.org/package/2006/relationships/metadata/thumbnail" Id="rId2"/>
 <Relationship Target="docProps/custom.xml" Type="http://schemas.openxmlformats.org/officeDocument/2006/relationships/custom-properties" Id="rId5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3" r:id="rId6"/>
    <p:sldId id="264" r:id="rId7"/>
    <p:sldId id="265" r:id="rId8"/>
    <p:sldId id="260" r:id="rId9"/>
    <p:sldId id="266" r:id="rId10"/>
    <p:sldId id="267" r:id="rId11"/>
    <p:sldId id="268" r:id="rId12"/>
    <p:sldId id="261" r:id="rId13"/>
    <p:sldId id="269" r:id="rId14"/>
    <p:sldId id="270" r:id="rId15"/>
    <p:sldId id="262" r:id="rId16"/>
    <p:sldId id="271" r:id="rId17"/>
    <p:sldId id="273" r:id="rId18"/>
    <p:sldId id="272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5"/>
    <p:restoredTop sz="94674"/>
  </p:normalViewPr>
  <p:slideViewPr>
    <p:cSldViewPr snapToGrid="0" snapToObjects="1" showGuides="1">
      <p:cViewPr>
        <p:scale>
          <a:sx n="99" d="100"/>
          <a:sy n="99" d="100"/>
        </p:scale>
        <p:origin x="-24" y="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fld id="{B0CBB67E-EE99-442C-8AEC-7EE58CFDDF46}" type="VALUE">
                      <a:rPr lang="is-IS" altLang="zh-CN">
                        <a:latin typeface="Arial" panose="020B0604020202020204" pitchFamily="34" charset="0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BB69-41A5-8B25-27C4E8582FD0}"/>
                </c:ex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BB69-41A5-8B25-27C4E8582FD0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100.0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B69-41A5-8B25-27C4E8582F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90.0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BB69-41A5-8B25-27C4E8582FD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70.0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BB69-41A5-8B25-27C4E8582FD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32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50.0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BB69-41A5-8B25-27C4E8582FD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322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20.0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BB69-41A5-8B25-27C4E8582F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1"/>
        <c:overlap val="-80"/>
        <c:axId val="76401856"/>
        <c:axId val="76353264"/>
      </c:barChart>
      <c:catAx>
        <c:axId val="764018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</c:spPr>
        <c:crossAx val="76353264"/>
        <c:crosses val="autoZero"/>
        <c:auto val="1"/>
        <c:lblAlgn val="ctr"/>
        <c:lblOffset val="100"/>
        <c:noMultiLvlLbl val="0"/>
      </c:catAx>
      <c:valAx>
        <c:axId val="76353264"/>
        <c:scaling>
          <c:orientation val="minMax"/>
        </c:scaling>
        <c:delete val="0"/>
        <c:axPos val="l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crossAx val="764018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tx1">
              <a:lumMod val="50000"/>
              <a:lumOff val="50000"/>
            </a:schemeClr>
          </a:solidFill>
          <a:latin typeface="+mj-lt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fld id="{6BE84851-7B9B-4075-A4A6-CD32E7B3B28B}" type="VALUE">
                      <a:rPr lang="en-US" altLang="zh-CN">
                        <a:latin typeface="Arial" panose="020B0604020202020204" pitchFamily="34" charset="0"/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E00F-4E38-859C-7AC95CD91196}"/>
                </c:ex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E00F-4E38-859C-7AC95CD9119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2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50.0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E00F-4E38-859C-7AC95CD911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2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82.0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E00F-4E38-859C-7AC95CD911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2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45.0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E00F-4E38-859C-7AC95CD9119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32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2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80.0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E00F-4E38-859C-7AC95CD9119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322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PROJECT 2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100.0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E00F-4E38-859C-7AC95CD911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1"/>
        <c:overlap val="-80"/>
        <c:axId val="75513760"/>
        <c:axId val="75515808"/>
      </c:barChart>
      <c:catAx>
        <c:axId val="75513760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</c:spPr>
        <c:crossAx val="75515808"/>
        <c:crosses val="autoZero"/>
        <c:auto val="1"/>
        <c:lblAlgn val="ctr"/>
        <c:lblOffset val="100"/>
        <c:noMultiLvlLbl val="0"/>
      </c:catAx>
      <c:valAx>
        <c:axId val="75515808"/>
        <c:scaling>
          <c:orientation val="minMax"/>
        </c:scaling>
        <c:delete val="0"/>
        <c:axPos val="r"/>
        <c:majorGridlines>
          <c:spPr>
            <a:ln>
              <a:solidFill>
                <a:prstClr val="white">
                  <a:lumMod val="85000"/>
                  <a:alpha val="48000"/>
                </a:prstClr>
              </a:solidFill>
            </a:ln>
          </c:spPr>
        </c:majorGridlines>
        <c:numFmt formatCode="General" sourceLinked="0"/>
        <c:majorTickMark val="none"/>
        <c:minorTickMark val="in"/>
        <c:tickLblPos val="low"/>
        <c:spPr>
          <a:noFill/>
          <a:ln>
            <a:solidFill>
              <a:schemeClr val="bg1">
                <a:lumMod val="85000"/>
              </a:schemeClr>
            </a:solidFill>
          </a:ln>
        </c:spPr>
        <c:crossAx val="7551376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 b="1">
          <a:solidFill>
            <a:schemeClr val="tx1">
              <a:lumMod val="50000"/>
              <a:lumOff val="50000"/>
            </a:schemeClr>
          </a:solidFill>
          <a:latin typeface="+mj-lt"/>
        </a:defRPr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366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05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292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6906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4355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885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6567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921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597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6891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086AB2-A53F-FB41-A519-C023187B8A9A}" type="datetimeFigureOut">
              <a:rPr kumimoji="1" lang="zh-CN" altLang="en-US" smtClean="0"/>
              <a:t>2019/1/11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BC1A84-E289-E444-9F7C-E28F8472E3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541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3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795953" y="2180492"/>
            <a:ext cx="6600093" cy="249701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梯形 6"/>
          <p:cNvSpPr/>
          <p:nvPr/>
        </p:nvSpPr>
        <p:spPr>
          <a:xfrm flipV="1">
            <a:off x="5064209" y="2180491"/>
            <a:ext cx="2063583" cy="269631"/>
          </a:xfrm>
          <a:prstGeom prst="trapezoid">
            <a:avLst>
              <a:gd name="adj" fmla="val 6448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279400" dist="762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631095" y="3019047"/>
            <a:ext cx="4717774" cy="598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3200" dirty="0" smtClean="0">
                <a:latin typeface="Heiti SC Light" charset="-122"/>
                <a:ea typeface="Heiti SC Light" charset="-122"/>
                <a:cs typeface="Heiti SC Light" charset="-122"/>
              </a:rPr>
              <a:t>黑白简约计划总结</a:t>
            </a:r>
            <a:endParaRPr kumimoji="1" lang="zh-CN" altLang="en-US" sz="32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45296" y="3712253"/>
            <a:ext cx="5289371" cy="229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30000"/>
              </a:lnSpc>
            </a:pP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BUSSINESS</a:t>
            </a:r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 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POWERPOINT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745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324199" y="1250754"/>
            <a:ext cx="2396479" cy="470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CONTENTS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08427" y="1138788"/>
            <a:ext cx="14157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目录</a:t>
            </a:r>
            <a:r>
              <a:rPr kumimoji="1" lang="en-US" altLang="zh-CN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·</a:t>
            </a:r>
            <a:endParaRPr lang="zh-CN" altLang="en-US" sz="3200" dirty="0"/>
          </a:p>
        </p:txBody>
      </p:sp>
      <p:grpSp>
        <p:nvGrpSpPr>
          <p:cNvPr id="13" name="组 12"/>
          <p:cNvGrpSpPr/>
          <p:nvPr/>
        </p:nvGrpSpPr>
        <p:grpSpPr>
          <a:xfrm>
            <a:off x="1600322" y="2763250"/>
            <a:ext cx="3826118" cy="797342"/>
            <a:chOff x="2120780" y="2799184"/>
            <a:chExt cx="3478289" cy="877077"/>
          </a:xfrm>
        </p:grpSpPr>
        <p:sp>
          <p:nvSpPr>
            <p:cNvPr id="3" name="矩形 2"/>
            <p:cNvSpPr/>
            <p:nvPr/>
          </p:nvSpPr>
          <p:spPr>
            <a:xfrm>
              <a:off x="2120780" y="2799184"/>
              <a:ext cx="3478289" cy="877077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5" name="直线连接符 4"/>
            <p:cNvCxnSpPr/>
            <p:nvPr/>
          </p:nvCxnSpPr>
          <p:spPr>
            <a:xfrm flipV="1">
              <a:off x="2655474" y="2799186"/>
              <a:ext cx="337485" cy="8770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1723943" y="2931088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01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712738" y="2992642"/>
            <a:ext cx="2443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1600" spc="300" dirty="0" smtClean="0">
                <a:latin typeface="Heiti SC Light" charset="-122"/>
                <a:ea typeface="Heiti SC Light" charset="-122"/>
                <a:cs typeface="Heiti SC Light" charset="-122"/>
              </a:rPr>
              <a:t>单击输入您的标题</a:t>
            </a:r>
            <a:endParaRPr kumimoji="1" lang="zh-CN" altLang="en-US" sz="16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grpSp>
        <p:nvGrpSpPr>
          <p:cNvPr id="19" name="组 18"/>
          <p:cNvGrpSpPr/>
          <p:nvPr/>
        </p:nvGrpSpPr>
        <p:grpSpPr>
          <a:xfrm>
            <a:off x="6699476" y="2763250"/>
            <a:ext cx="3826118" cy="797342"/>
            <a:chOff x="2120780" y="2799184"/>
            <a:chExt cx="3478289" cy="877077"/>
          </a:xfrm>
        </p:grpSpPr>
        <p:sp>
          <p:nvSpPr>
            <p:cNvPr id="20" name="矩形 19"/>
            <p:cNvSpPr/>
            <p:nvPr/>
          </p:nvSpPr>
          <p:spPr>
            <a:xfrm>
              <a:off x="2120780" y="2799184"/>
              <a:ext cx="3478289" cy="877077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1" name="直线连接符 20"/>
            <p:cNvCxnSpPr/>
            <p:nvPr/>
          </p:nvCxnSpPr>
          <p:spPr>
            <a:xfrm flipV="1">
              <a:off x="2655474" y="2799186"/>
              <a:ext cx="337485" cy="8770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/>
          <p:cNvSpPr txBox="1"/>
          <p:nvPr/>
        </p:nvSpPr>
        <p:spPr>
          <a:xfrm>
            <a:off x="6823097" y="2931088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02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811892" y="2992642"/>
            <a:ext cx="2443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1600" spc="300" dirty="0" smtClean="0">
                <a:latin typeface="Heiti SC Light" charset="-122"/>
                <a:ea typeface="Heiti SC Light" charset="-122"/>
                <a:cs typeface="Heiti SC Light" charset="-122"/>
              </a:rPr>
              <a:t>单击输入您的标题</a:t>
            </a:r>
            <a:endParaRPr kumimoji="1" lang="zh-CN" altLang="en-US" sz="16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grpSp>
        <p:nvGrpSpPr>
          <p:cNvPr id="24" name="组 23"/>
          <p:cNvGrpSpPr/>
          <p:nvPr/>
        </p:nvGrpSpPr>
        <p:grpSpPr>
          <a:xfrm>
            <a:off x="1600322" y="4249774"/>
            <a:ext cx="3826118" cy="797342"/>
            <a:chOff x="2120780" y="2799184"/>
            <a:chExt cx="3478289" cy="877077"/>
          </a:xfrm>
        </p:grpSpPr>
        <p:sp>
          <p:nvSpPr>
            <p:cNvPr id="25" name="矩形 24"/>
            <p:cNvSpPr/>
            <p:nvPr/>
          </p:nvSpPr>
          <p:spPr>
            <a:xfrm>
              <a:off x="2120780" y="2799184"/>
              <a:ext cx="3478289" cy="877077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6" name="直线连接符 25"/>
            <p:cNvCxnSpPr/>
            <p:nvPr/>
          </p:nvCxnSpPr>
          <p:spPr>
            <a:xfrm flipV="1">
              <a:off x="2655474" y="2799186"/>
              <a:ext cx="337485" cy="8770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1723943" y="4417612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03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712738" y="4479166"/>
            <a:ext cx="2443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1600" spc="300" dirty="0" smtClean="0">
                <a:latin typeface="Heiti SC Light" charset="-122"/>
                <a:ea typeface="Heiti SC Light" charset="-122"/>
                <a:cs typeface="Heiti SC Light" charset="-122"/>
              </a:rPr>
              <a:t>单击输入您的标题</a:t>
            </a:r>
            <a:endParaRPr kumimoji="1" lang="zh-CN" altLang="en-US" sz="16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grpSp>
        <p:nvGrpSpPr>
          <p:cNvPr id="29" name="组 28"/>
          <p:cNvGrpSpPr/>
          <p:nvPr/>
        </p:nvGrpSpPr>
        <p:grpSpPr>
          <a:xfrm>
            <a:off x="6699476" y="4249774"/>
            <a:ext cx="3826118" cy="797342"/>
            <a:chOff x="2120780" y="2799184"/>
            <a:chExt cx="3478289" cy="877077"/>
          </a:xfrm>
        </p:grpSpPr>
        <p:sp>
          <p:nvSpPr>
            <p:cNvPr id="30" name="矩形 29"/>
            <p:cNvSpPr/>
            <p:nvPr/>
          </p:nvSpPr>
          <p:spPr>
            <a:xfrm>
              <a:off x="2120780" y="2799184"/>
              <a:ext cx="3478289" cy="877077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1" name="直线连接符 30"/>
            <p:cNvCxnSpPr/>
            <p:nvPr/>
          </p:nvCxnSpPr>
          <p:spPr>
            <a:xfrm flipV="1">
              <a:off x="2655474" y="2799186"/>
              <a:ext cx="337485" cy="8770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文本框 31"/>
          <p:cNvSpPr txBox="1"/>
          <p:nvPr/>
        </p:nvSpPr>
        <p:spPr>
          <a:xfrm>
            <a:off x="6823097" y="4417612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04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811892" y="4479166"/>
            <a:ext cx="2443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1600" spc="300" dirty="0" smtClean="0">
                <a:latin typeface="Heiti SC Light" charset="-122"/>
                <a:ea typeface="Heiti SC Light" charset="-122"/>
                <a:cs typeface="Heiti SC Light" charset="-122"/>
              </a:rPr>
              <a:t>单击输入您的标题</a:t>
            </a:r>
            <a:endParaRPr kumimoji="1" lang="zh-CN" altLang="en-US" sz="16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649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18516" y="2210124"/>
            <a:ext cx="1124262" cy="4706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805122" y="2222600"/>
            <a:ext cx="581756" cy="470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400" dirty="0" smtClean="0">
                <a:solidFill>
                  <a:schemeClr val="bg1"/>
                </a:solidFill>
                <a:latin typeface="Heiti SC Light" charset="-122"/>
                <a:ea typeface="Heiti SC Light" charset="-122"/>
                <a:cs typeface="Heiti SC Light" charset="-122"/>
              </a:rPr>
              <a:t>01</a:t>
            </a:r>
            <a:endParaRPr kumimoji="1" lang="zh-CN" altLang="en-US" sz="2400" dirty="0">
              <a:solidFill>
                <a:schemeClr val="bg1"/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410372" y="3073860"/>
            <a:ext cx="3340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2000" spc="300" dirty="0" smtClean="0">
                <a:latin typeface="Heiti SC Light" charset="-122"/>
                <a:ea typeface="Heiti SC Light" charset="-122"/>
                <a:cs typeface="Heiti SC Light" charset="-122"/>
              </a:rPr>
              <a:t>单击输入您的标题</a:t>
            </a:r>
            <a:endParaRPr kumimoji="1" lang="zh-CN" altLang="en-US" sz="20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90566" y="3643248"/>
            <a:ext cx="578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FusceLorem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endParaRPr lang="en-US" altLang="zh-CN" sz="80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917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>
            <a:off x="1255622" y="2282711"/>
            <a:ext cx="2521973" cy="2292577"/>
            <a:chOff x="2120780" y="2799184"/>
            <a:chExt cx="3478289" cy="877077"/>
          </a:xfrm>
        </p:grpSpPr>
        <p:sp>
          <p:nvSpPr>
            <p:cNvPr id="3" name="矩形 2"/>
            <p:cNvSpPr/>
            <p:nvPr/>
          </p:nvSpPr>
          <p:spPr>
            <a:xfrm>
              <a:off x="2120780" y="2799184"/>
              <a:ext cx="3478289" cy="877077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5" name="直线连接符 4"/>
            <p:cNvCxnSpPr/>
            <p:nvPr/>
          </p:nvCxnSpPr>
          <p:spPr>
            <a:xfrm flipV="1">
              <a:off x="2655474" y="2799186"/>
              <a:ext cx="337485" cy="8770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1346528" y="231269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>
                <a:latin typeface="Heiti SC Light" charset="-122"/>
                <a:ea typeface="Heiti SC Light" charset="-122"/>
                <a:cs typeface="Heiti SC Light" charset="-122"/>
              </a:rPr>
              <a:t>01</a:t>
            </a:r>
            <a:endParaRPr kumimoji="1" lang="zh-CN" altLang="en-US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70761" y="3065648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970761" y="3373425"/>
            <a:ext cx="1611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grpSp>
        <p:nvGrpSpPr>
          <p:cNvPr id="35" name="组 34"/>
          <p:cNvGrpSpPr/>
          <p:nvPr/>
        </p:nvGrpSpPr>
        <p:grpSpPr>
          <a:xfrm>
            <a:off x="4750829" y="2282711"/>
            <a:ext cx="2521973" cy="2292577"/>
            <a:chOff x="2120780" y="2799184"/>
            <a:chExt cx="3478289" cy="877077"/>
          </a:xfrm>
        </p:grpSpPr>
        <p:sp>
          <p:nvSpPr>
            <p:cNvPr id="36" name="矩形 35"/>
            <p:cNvSpPr/>
            <p:nvPr/>
          </p:nvSpPr>
          <p:spPr>
            <a:xfrm>
              <a:off x="2120780" y="2799184"/>
              <a:ext cx="3478289" cy="877077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7" name="直线连接符 36"/>
            <p:cNvCxnSpPr/>
            <p:nvPr/>
          </p:nvCxnSpPr>
          <p:spPr>
            <a:xfrm flipV="1">
              <a:off x="2655474" y="2799186"/>
              <a:ext cx="337485" cy="8770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/>
        </p:nvSpPr>
        <p:spPr>
          <a:xfrm>
            <a:off x="4841735" y="231269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>
                <a:latin typeface="Heiti SC Light" charset="-122"/>
                <a:ea typeface="Heiti SC Light" charset="-122"/>
                <a:cs typeface="Heiti SC Light" charset="-122"/>
              </a:rPr>
              <a:t>02</a:t>
            </a:r>
            <a:endParaRPr kumimoji="1" lang="zh-CN" altLang="en-US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465968" y="3065648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465968" y="3373425"/>
            <a:ext cx="1611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grpSp>
        <p:nvGrpSpPr>
          <p:cNvPr id="41" name="组 40"/>
          <p:cNvGrpSpPr/>
          <p:nvPr/>
        </p:nvGrpSpPr>
        <p:grpSpPr>
          <a:xfrm>
            <a:off x="8246036" y="2282711"/>
            <a:ext cx="2521973" cy="2292577"/>
            <a:chOff x="2120780" y="2799184"/>
            <a:chExt cx="3478289" cy="877077"/>
          </a:xfrm>
        </p:grpSpPr>
        <p:sp>
          <p:nvSpPr>
            <p:cNvPr id="42" name="矩形 41"/>
            <p:cNvSpPr/>
            <p:nvPr/>
          </p:nvSpPr>
          <p:spPr>
            <a:xfrm>
              <a:off x="2120780" y="2799184"/>
              <a:ext cx="3478289" cy="877077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3" name="直线连接符 42"/>
            <p:cNvCxnSpPr/>
            <p:nvPr/>
          </p:nvCxnSpPr>
          <p:spPr>
            <a:xfrm flipV="1">
              <a:off x="2655474" y="2799186"/>
              <a:ext cx="337485" cy="87707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文本框 43"/>
          <p:cNvSpPr txBox="1"/>
          <p:nvPr/>
        </p:nvSpPr>
        <p:spPr>
          <a:xfrm>
            <a:off x="8336942" y="231269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>
                <a:latin typeface="Heiti SC Light" charset="-122"/>
                <a:ea typeface="Heiti SC Light" charset="-122"/>
                <a:cs typeface="Heiti SC Light" charset="-122"/>
              </a:rPr>
              <a:t>03</a:t>
            </a:r>
            <a:endParaRPr kumimoji="1" lang="zh-CN" altLang="en-US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961175" y="3065648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961175" y="3373425"/>
            <a:ext cx="1611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3749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 19"/>
          <p:cNvGrpSpPr/>
          <p:nvPr/>
        </p:nvGrpSpPr>
        <p:grpSpPr>
          <a:xfrm>
            <a:off x="1747385" y="1479400"/>
            <a:ext cx="736863" cy="736863"/>
            <a:chOff x="1469977" y="1828800"/>
            <a:chExt cx="1255058" cy="1255058"/>
          </a:xfrm>
        </p:grpSpPr>
        <p:sp>
          <p:nvSpPr>
            <p:cNvPr id="21" name="菱形 20"/>
            <p:cNvSpPr/>
            <p:nvPr/>
          </p:nvSpPr>
          <p:spPr>
            <a:xfrm>
              <a:off x="1469977" y="1828800"/>
              <a:ext cx="1255058" cy="1255058"/>
            </a:xfrm>
            <a:prstGeom prst="diamond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809606" y="2004972"/>
              <a:ext cx="647628" cy="786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  <a:endParaRPr kumimoji="1"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2950612" y="1439055"/>
            <a:ext cx="7527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Lorem ipsum dolor sit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Lorem ipsum dolor sit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grpSp>
        <p:nvGrpSpPr>
          <p:cNvPr id="24" name="组 23"/>
          <p:cNvGrpSpPr/>
          <p:nvPr/>
        </p:nvGrpSpPr>
        <p:grpSpPr>
          <a:xfrm>
            <a:off x="2289529" y="3079600"/>
            <a:ext cx="736863" cy="736863"/>
            <a:chOff x="1469977" y="1828800"/>
            <a:chExt cx="1255058" cy="1255058"/>
          </a:xfrm>
        </p:grpSpPr>
        <p:sp>
          <p:nvSpPr>
            <p:cNvPr id="25" name="菱形 24"/>
            <p:cNvSpPr/>
            <p:nvPr/>
          </p:nvSpPr>
          <p:spPr>
            <a:xfrm>
              <a:off x="1469977" y="1828800"/>
              <a:ext cx="1255058" cy="1255058"/>
            </a:xfrm>
            <a:prstGeom prst="diamond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809606" y="2004972"/>
              <a:ext cx="606675" cy="786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</a:t>
              </a:r>
              <a:endParaRPr kumimoji="1"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3492756" y="3039255"/>
            <a:ext cx="7527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Lorem ipsum dolor sit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Lorem ipsum dolor sit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grpSp>
        <p:nvGrpSpPr>
          <p:cNvPr id="28" name="组 27"/>
          <p:cNvGrpSpPr/>
          <p:nvPr/>
        </p:nvGrpSpPr>
        <p:grpSpPr>
          <a:xfrm>
            <a:off x="1823165" y="4658750"/>
            <a:ext cx="736863" cy="736863"/>
            <a:chOff x="1469977" y="1828800"/>
            <a:chExt cx="1255058" cy="1255058"/>
          </a:xfrm>
        </p:grpSpPr>
        <p:sp>
          <p:nvSpPr>
            <p:cNvPr id="29" name="菱形 28"/>
            <p:cNvSpPr/>
            <p:nvPr/>
          </p:nvSpPr>
          <p:spPr>
            <a:xfrm>
              <a:off x="1469977" y="1828800"/>
              <a:ext cx="1255058" cy="1255058"/>
            </a:xfrm>
            <a:prstGeom prst="diamond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809606" y="2004972"/>
              <a:ext cx="647628" cy="786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</a:t>
              </a:r>
              <a:endParaRPr kumimoji="1"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3026392" y="4618405"/>
            <a:ext cx="7527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Lorem ipsum dolor sit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Lorem ipsum dolor sit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2321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445954" y="2770778"/>
            <a:ext cx="1314378" cy="1314856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anchor="ctr"/>
          <a:lstStyle/>
          <a:p>
            <a:pPr algn="ctr" eaLnBrk="0" hangingPunct="0">
              <a:defRPr/>
            </a:pP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5011002" y="2335669"/>
            <a:ext cx="2184281" cy="2185074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anchor="ctr"/>
          <a:lstStyle/>
          <a:p>
            <a:pPr algn="ctr" eaLnBrk="0" hangingPunct="0">
              <a:defRPr/>
            </a:pP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椭圆 3"/>
          <p:cNvSpPr/>
          <p:nvPr/>
        </p:nvSpPr>
        <p:spPr>
          <a:xfrm>
            <a:off x="4114114" y="1446394"/>
            <a:ext cx="3963771" cy="3965212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anchor="ctr"/>
          <a:lstStyle/>
          <a:p>
            <a:pPr algn="ctr" eaLnBrk="0" hangingPunct="0">
              <a:defRPr/>
            </a:pP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1019593" y="2504357"/>
            <a:ext cx="28849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989614" y="1653371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89613" y="1961148"/>
            <a:ext cx="2727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cxnSp>
        <p:nvCxnSpPr>
          <p:cNvPr id="9" name="直线连接符 8"/>
          <p:cNvCxnSpPr/>
          <p:nvPr/>
        </p:nvCxnSpPr>
        <p:spPr>
          <a:xfrm>
            <a:off x="1019593" y="4704816"/>
            <a:ext cx="28849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989614" y="3853830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89613" y="4161607"/>
            <a:ext cx="2727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cxnSp>
        <p:nvCxnSpPr>
          <p:cNvPr id="12" name="直线连接符 11"/>
          <p:cNvCxnSpPr/>
          <p:nvPr/>
        </p:nvCxnSpPr>
        <p:spPr>
          <a:xfrm>
            <a:off x="8474439" y="2504357"/>
            <a:ext cx="28849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444460" y="1653371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444459" y="1961148"/>
            <a:ext cx="2727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cxnSp>
        <p:nvCxnSpPr>
          <p:cNvPr id="15" name="直线连接符 14"/>
          <p:cNvCxnSpPr/>
          <p:nvPr/>
        </p:nvCxnSpPr>
        <p:spPr>
          <a:xfrm>
            <a:off x="8474439" y="4704816"/>
            <a:ext cx="28849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444460" y="3853830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444459" y="4161607"/>
            <a:ext cx="2727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197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mph" presetSubtype="0" autoRev="1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44053" y="2690383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44053" y="3103091"/>
            <a:ext cx="3762269" cy="808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FusceLorem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44053" y="3911197"/>
            <a:ext cx="3762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19135" y="2064692"/>
            <a:ext cx="8364511" cy="280316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101" r="15260"/>
          <a:stretch/>
        </p:blipFill>
        <p:spPr>
          <a:xfrm>
            <a:off x="7140322" y="1355594"/>
            <a:ext cx="3592636" cy="414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3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18516" y="2210124"/>
            <a:ext cx="1124262" cy="4706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805122" y="2222600"/>
            <a:ext cx="581756" cy="470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400" dirty="0" smtClean="0">
                <a:solidFill>
                  <a:schemeClr val="bg1"/>
                </a:solidFill>
                <a:latin typeface="Heiti SC Light" charset="-122"/>
                <a:ea typeface="Heiti SC Light" charset="-122"/>
                <a:cs typeface="Heiti SC Light" charset="-122"/>
              </a:rPr>
              <a:t>02</a:t>
            </a:r>
            <a:endParaRPr kumimoji="1" lang="zh-CN" altLang="en-US" sz="2400" dirty="0">
              <a:solidFill>
                <a:schemeClr val="bg1"/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410372" y="3073860"/>
            <a:ext cx="3340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2000" spc="300" dirty="0" smtClean="0">
                <a:latin typeface="Heiti SC Light" charset="-122"/>
                <a:ea typeface="Heiti SC Light" charset="-122"/>
                <a:cs typeface="Heiti SC Light" charset="-122"/>
              </a:rPr>
              <a:t>单击输入您的标题</a:t>
            </a:r>
            <a:endParaRPr kumimoji="1" lang="zh-CN" altLang="en-US" sz="20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90566" y="3643248"/>
            <a:ext cx="578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FusceLorem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endParaRPr lang="en-US" altLang="zh-CN" sz="80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722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23194" y="1585909"/>
            <a:ext cx="4540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 smtClean="0">
                <a:latin typeface="Heiti SC Light" charset="-122"/>
                <a:ea typeface="Heiti SC Light" charset="-122"/>
                <a:cs typeface="Heiti SC Light" charset="-122"/>
              </a:rPr>
              <a:t>单击输入文本</a:t>
            </a:r>
            <a:endParaRPr kumimoji="1" lang="zh-CN" altLang="en-US" sz="14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108743" y="1643062"/>
            <a:ext cx="1128712" cy="35718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 rot="5400000">
            <a:off x="6888032" y="3204605"/>
            <a:ext cx="3570133" cy="705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HYShiGuangTiW" charset="-122"/>
              </a:rPr>
              <a:t>This PPT template for the rice husk designer pencil demo works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HYShiGuangTiW" charset="-122"/>
              </a:rPr>
              <a:t> </a:t>
            </a:r>
            <a:r>
              <a:rPr lang="en-US" altLang="zh-CN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HYShiGuangTiW" charset="-122"/>
              </a:rPr>
              <a:t>This PPT template This PPT template for the rice husk designer pencil demo works</a:t>
            </a:r>
            <a:endParaRPr lang="zh-CN" altLang="en-US" sz="105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35663" y="1585909"/>
            <a:ext cx="4540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 smtClean="0">
                <a:latin typeface="Heiti SC Light" charset="-122"/>
                <a:ea typeface="Heiti SC Light" charset="-122"/>
                <a:cs typeface="Heiti SC Light" charset="-122"/>
              </a:rPr>
              <a:t>单击输入文本</a:t>
            </a:r>
            <a:endParaRPr kumimoji="1" lang="zh-CN" altLang="en-US" sz="14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21212" y="1643062"/>
            <a:ext cx="1128712" cy="35718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 rot="5400000">
            <a:off x="4100501" y="3204605"/>
            <a:ext cx="3570133" cy="705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HYShiGuangTiW" charset="-122"/>
              </a:rPr>
              <a:t>This PPT template for the rice husk designer pencil demo works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HYShiGuangTiW" charset="-122"/>
              </a:rPr>
              <a:t> </a:t>
            </a:r>
            <a:r>
              <a:rPr lang="en-US" altLang="zh-CN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HYShiGuangTiW" charset="-122"/>
              </a:rPr>
              <a:t>This PPT template This PPT template for the rice husk designer pencil demo works</a:t>
            </a:r>
            <a:endParaRPr lang="zh-CN" altLang="en-US" sz="1050" dirty="0">
              <a:latin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48132" y="1585909"/>
            <a:ext cx="4540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 smtClean="0">
                <a:latin typeface="Heiti SC Light" charset="-122"/>
                <a:ea typeface="Heiti SC Light" charset="-122"/>
                <a:cs typeface="Heiti SC Light" charset="-122"/>
              </a:rPr>
              <a:t>单击输入文本</a:t>
            </a:r>
            <a:endParaRPr kumimoji="1" lang="zh-CN" altLang="en-US" sz="14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33681" y="1643062"/>
            <a:ext cx="1128712" cy="35718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 rot="5400000">
            <a:off x="1312970" y="3204605"/>
            <a:ext cx="3570133" cy="705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HYShiGuangTiW" charset="-122"/>
              </a:rPr>
              <a:t>This PPT template for the rice husk designer pencil demo works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HYShiGuangTiW" charset="-122"/>
              </a:rPr>
              <a:t> </a:t>
            </a:r>
            <a:r>
              <a:rPr lang="en-US" altLang="zh-CN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HYShiGuangTiW" charset="-122"/>
              </a:rPr>
              <a:t>This PPT template This PPT template for the rice husk designer pencil demo works</a:t>
            </a:r>
            <a:endParaRPr lang="zh-CN" altLang="en-US" sz="10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4763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4">
            <a:extLst>
              <a:ext uri="{FF2B5EF4-FFF2-40B4-BE49-F238E27FC236}">
                <a16:creationId xmlns="" xmlns:a16="http://schemas.microsoft.com/office/drawing/2014/main" id="{0F203CB4-A1C3-4D9E-989A-ED76C6D32323}"/>
              </a:ext>
            </a:extLst>
          </p:cNvPr>
          <p:cNvCxnSpPr>
            <a:cxnSpLocks/>
          </p:cNvCxnSpPr>
          <p:nvPr/>
        </p:nvCxnSpPr>
        <p:spPr>
          <a:xfrm>
            <a:off x="3002966" y="2589960"/>
            <a:ext cx="9219014" cy="0"/>
          </a:xfrm>
          <a:prstGeom prst="line">
            <a:avLst/>
          </a:prstGeom>
          <a:solidFill>
            <a:srgbClr val="F0F5F8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" name="组合 6">
            <a:extLst>
              <a:ext uri="{FF2B5EF4-FFF2-40B4-BE49-F238E27FC236}">
                <a16:creationId xmlns="" xmlns:a16="http://schemas.microsoft.com/office/drawing/2014/main" id="{EF94DB5F-01BB-4F6A-B251-E00EF0B40D69}"/>
              </a:ext>
            </a:extLst>
          </p:cNvPr>
          <p:cNvGrpSpPr/>
          <p:nvPr/>
        </p:nvGrpSpPr>
        <p:grpSpPr>
          <a:xfrm>
            <a:off x="3002966" y="2589960"/>
            <a:ext cx="751643" cy="751643"/>
            <a:chOff x="1979029" y="3369809"/>
            <a:chExt cx="839108" cy="839108"/>
          </a:xfrm>
        </p:grpSpPr>
        <p:sp>
          <p:nvSpPr>
            <p:cNvPr id="14" name="矩形 13">
              <a:extLst>
                <a:ext uri="{FF2B5EF4-FFF2-40B4-BE49-F238E27FC236}">
                  <a16:creationId xmlns="" xmlns:a16="http://schemas.microsoft.com/office/drawing/2014/main" id="{144AD0C3-8234-4122-8165-42B3CBDD744D}"/>
                </a:ext>
              </a:extLst>
            </p:cNvPr>
            <p:cNvSpPr/>
            <p:nvPr/>
          </p:nvSpPr>
          <p:spPr>
            <a:xfrm>
              <a:off x="1979029" y="3369809"/>
              <a:ext cx="839108" cy="83910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5" name="椭圆 2">
              <a:extLst>
                <a:ext uri="{FF2B5EF4-FFF2-40B4-BE49-F238E27FC236}">
                  <a16:creationId xmlns="" xmlns:a16="http://schemas.microsoft.com/office/drawing/2014/main" id="{3E6024AD-74EC-46B6-9A07-AE3D08CA5D90}"/>
                </a:ext>
              </a:extLst>
            </p:cNvPr>
            <p:cNvSpPr/>
            <p:nvPr/>
          </p:nvSpPr>
          <p:spPr>
            <a:xfrm>
              <a:off x="2137326" y="3528500"/>
              <a:ext cx="522514" cy="521725"/>
            </a:xfrm>
            <a:custGeom>
              <a:avLst/>
              <a:gdLst>
                <a:gd name="connsiteX0" fmla="*/ 402553 w 607639"/>
                <a:gd name="connsiteY0" fmla="*/ 252944 h 606722"/>
                <a:gd name="connsiteX1" fmla="*/ 407537 w 607639"/>
                <a:gd name="connsiteY1" fmla="*/ 252944 h 606722"/>
                <a:gd name="connsiteX2" fmla="*/ 408693 w 607639"/>
                <a:gd name="connsiteY2" fmla="*/ 253122 h 606722"/>
                <a:gd name="connsiteX3" fmla="*/ 410028 w 607639"/>
                <a:gd name="connsiteY3" fmla="*/ 253299 h 606722"/>
                <a:gd name="connsiteX4" fmla="*/ 411274 w 607639"/>
                <a:gd name="connsiteY4" fmla="*/ 253566 h 606722"/>
                <a:gd name="connsiteX5" fmla="*/ 412431 w 607639"/>
                <a:gd name="connsiteY5" fmla="*/ 253922 h 606722"/>
                <a:gd name="connsiteX6" fmla="*/ 413588 w 607639"/>
                <a:gd name="connsiteY6" fmla="*/ 254277 h 606722"/>
                <a:gd name="connsiteX7" fmla="*/ 414745 w 607639"/>
                <a:gd name="connsiteY7" fmla="*/ 254721 h 606722"/>
                <a:gd name="connsiteX8" fmla="*/ 415812 w 607639"/>
                <a:gd name="connsiteY8" fmla="*/ 255255 h 606722"/>
                <a:gd name="connsiteX9" fmla="*/ 416969 w 607639"/>
                <a:gd name="connsiteY9" fmla="*/ 255788 h 606722"/>
                <a:gd name="connsiteX10" fmla="*/ 418037 w 607639"/>
                <a:gd name="connsiteY10" fmla="*/ 256410 h 606722"/>
                <a:gd name="connsiteX11" fmla="*/ 419105 w 607639"/>
                <a:gd name="connsiteY11" fmla="*/ 257032 h 606722"/>
                <a:gd name="connsiteX12" fmla="*/ 420173 w 607639"/>
                <a:gd name="connsiteY12" fmla="*/ 257832 h 606722"/>
                <a:gd name="connsiteX13" fmla="*/ 421063 w 607639"/>
                <a:gd name="connsiteY13" fmla="*/ 258543 h 606722"/>
                <a:gd name="connsiteX14" fmla="*/ 422931 w 607639"/>
                <a:gd name="connsiteY14" fmla="*/ 260231 h 606722"/>
                <a:gd name="connsiteX15" fmla="*/ 473565 w 607639"/>
                <a:gd name="connsiteY15" fmla="*/ 310799 h 606722"/>
                <a:gd name="connsiteX16" fmla="*/ 473565 w 607639"/>
                <a:gd name="connsiteY16" fmla="*/ 346524 h 606722"/>
                <a:gd name="connsiteX17" fmla="*/ 437792 w 607639"/>
                <a:gd name="connsiteY17" fmla="*/ 346524 h 606722"/>
                <a:gd name="connsiteX18" fmla="*/ 430406 w 607639"/>
                <a:gd name="connsiteY18" fmla="*/ 339148 h 606722"/>
                <a:gd name="connsiteX19" fmla="*/ 430406 w 607639"/>
                <a:gd name="connsiteY19" fmla="*/ 480274 h 606722"/>
                <a:gd name="connsiteX20" fmla="*/ 405045 w 607639"/>
                <a:gd name="connsiteY20" fmla="*/ 505602 h 606722"/>
                <a:gd name="connsiteX21" fmla="*/ 379773 w 607639"/>
                <a:gd name="connsiteY21" fmla="*/ 480274 h 606722"/>
                <a:gd name="connsiteX22" fmla="*/ 379773 w 607639"/>
                <a:gd name="connsiteY22" fmla="*/ 339148 h 606722"/>
                <a:gd name="connsiteX23" fmla="*/ 372298 w 607639"/>
                <a:gd name="connsiteY23" fmla="*/ 346524 h 606722"/>
                <a:gd name="connsiteX24" fmla="*/ 336525 w 607639"/>
                <a:gd name="connsiteY24" fmla="*/ 346524 h 606722"/>
                <a:gd name="connsiteX25" fmla="*/ 336525 w 607639"/>
                <a:gd name="connsiteY25" fmla="*/ 310799 h 606722"/>
                <a:gd name="connsiteX26" fmla="*/ 387159 w 607639"/>
                <a:gd name="connsiteY26" fmla="*/ 260231 h 606722"/>
                <a:gd name="connsiteX27" fmla="*/ 389027 w 607639"/>
                <a:gd name="connsiteY27" fmla="*/ 258543 h 606722"/>
                <a:gd name="connsiteX28" fmla="*/ 389917 w 607639"/>
                <a:gd name="connsiteY28" fmla="*/ 257832 h 606722"/>
                <a:gd name="connsiteX29" fmla="*/ 390985 w 607639"/>
                <a:gd name="connsiteY29" fmla="*/ 257032 h 606722"/>
                <a:gd name="connsiteX30" fmla="*/ 392142 w 607639"/>
                <a:gd name="connsiteY30" fmla="*/ 256410 h 606722"/>
                <a:gd name="connsiteX31" fmla="*/ 393121 w 607639"/>
                <a:gd name="connsiteY31" fmla="*/ 255788 h 606722"/>
                <a:gd name="connsiteX32" fmla="*/ 394278 w 607639"/>
                <a:gd name="connsiteY32" fmla="*/ 255255 h 606722"/>
                <a:gd name="connsiteX33" fmla="*/ 395345 w 607639"/>
                <a:gd name="connsiteY33" fmla="*/ 254721 h 606722"/>
                <a:gd name="connsiteX34" fmla="*/ 396502 w 607639"/>
                <a:gd name="connsiteY34" fmla="*/ 254277 h 606722"/>
                <a:gd name="connsiteX35" fmla="*/ 397748 w 607639"/>
                <a:gd name="connsiteY35" fmla="*/ 253922 h 606722"/>
                <a:gd name="connsiteX36" fmla="*/ 398816 w 607639"/>
                <a:gd name="connsiteY36" fmla="*/ 253566 h 606722"/>
                <a:gd name="connsiteX37" fmla="*/ 400151 w 607639"/>
                <a:gd name="connsiteY37" fmla="*/ 253299 h 606722"/>
                <a:gd name="connsiteX38" fmla="*/ 401486 w 607639"/>
                <a:gd name="connsiteY38" fmla="*/ 253122 h 606722"/>
                <a:gd name="connsiteX39" fmla="*/ 402553 w 607639"/>
                <a:gd name="connsiteY39" fmla="*/ 252944 h 606722"/>
                <a:gd name="connsiteX40" fmla="*/ 199986 w 607639"/>
                <a:gd name="connsiteY40" fmla="*/ 252944 h 606722"/>
                <a:gd name="connsiteX41" fmla="*/ 205060 w 607639"/>
                <a:gd name="connsiteY41" fmla="*/ 252944 h 606722"/>
                <a:gd name="connsiteX42" fmla="*/ 206128 w 607639"/>
                <a:gd name="connsiteY42" fmla="*/ 253122 h 606722"/>
                <a:gd name="connsiteX43" fmla="*/ 207463 w 607639"/>
                <a:gd name="connsiteY43" fmla="*/ 253299 h 606722"/>
                <a:gd name="connsiteX44" fmla="*/ 208710 w 607639"/>
                <a:gd name="connsiteY44" fmla="*/ 253566 h 606722"/>
                <a:gd name="connsiteX45" fmla="*/ 209867 w 607639"/>
                <a:gd name="connsiteY45" fmla="*/ 253922 h 606722"/>
                <a:gd name="connsiteX46" fmla="*/ 211113 w 607639"/>
                <a:gd name="connsiteY46" fmla="*/ 254277 h 606722"/>
                <a:gd name="connsiteX47" fmla="*/ 212181 w 607639"/>
                <a:gd name="connsiteY47" fmla="*/ 254721 h 606722"/>
                <a:gd name="connsiteX48" fmla="*/ 213339 w 607639"/>
                <a:gd name="connsiteY48" fmla="*/ 255255 h 606722"/>
                <a:gd name="connsiteX49" fmla="*/ 214496 w 607639"/>
                <a:gd name="connsiteY49" fmla="*/ 255788 h 606722"/>
                <a:gd name="connsiteX50" fmla="*/ 215475 w 607639"/>
                <a:gd name="connsiteY50" fmla="*/ 256410 h 606722"/>
                <a:gd name="connsiteX51" fmla="*/ 216543 w 607639"/>
                <a:gd name="connsiteY51" fmla="*/ 257032 h 606722"/>
                <a:gd name="connsiteX52" fmla="*/ 217700 w 607639"/>
                <a:gd name="connsiteY52" fmla="*/ 257832 h 606722"/>
                <a:gd name="connsiteX53" fmla="*/ 218591 w 607639"/>
                <a:gd name="connsiteY53" fmla="*/ 258543 h 606722"/>
                <a:gd name="connsiteX54" fmla="*/ 220460 w 607639"/>
                <a:gd name="connsiteY54" fmla="*/ 260231 h 606722"/>
                <a:gd name="connsiteX55" fmla="*/ 271111 w 607639"/>
                <a:gd name="connsiteY55" fmla="*/ 310799 h 606722"/>
                <a:gd name="connsiteX56" fmla="*/ 271111 w 607639"/>
                <a:gd name="connsiteY56" fmla="*/ 346524 h 606722"/>
                <a:gd name="connsiteX57" fmla="*/ 235237 w 607639"/>
                <a:gd name="connsiteY57" fmla="*/ 346524 h 606722"/>
                <a:gd name="connsiteX58" fmla="*/ 227848 w 607639"/>
                <a:gd name="connsiteY58" fmla="*/ 339148 h 606722"/>
                <a:gd name="connsiteX59" fmla="*/ 227848 w 607639"/>
                <a:gd name="connsiteY59" fmla="*/ 480274 h 606722"/>
                <a:gd name="connsiteX60" fmla="*/ 202568 w 607639"/>
                <a:gd name="connsiteY60" fmla="*/ 505602 h 606722"/>
                <a:gd name="connsiteX61" fmla="*/ 177197 w 607639"/>
                <a:gd name="connsiteY61" fmla="*/ 480274 h 606722"/>
                <a:gd name="connsiteX62" fmla="*/ 177197 w 607639"/>
                <a:gd name="connsiteY62" fmla="*/ 339148 h 606722"/>
                <a:gd name="connsiteX63" fmla="*/ 169809 w 607639"/>
                <a:gd name="connsiteY63" fmla="*/ 346524 h 606722"/>
                <a:gd name="connsiteX64" fmla="*/ 134024 w 607639"/>
                <a:gd name="connsiteY64" fmla="*/ 346524 h 606722"/>
                <a:gd name="connsiteX65" fmla="*/ 134024 w 607639"/>
                <a:gd name="connsiteY65" fmla="*/ 310799 h 606722"/>
                <a:gd name="connsiteX66" fmla="*/ 184586 w 607639"/>
                <a:gd name="connsiteY66" fmla="*/ 260231 h 606722"/>
                <a:gd name="connsiteX67" fmla="*/ 186455 w 607639"/>
                <a:gd name="connsiteY67" fmla="*/ 258543 h 606722"/>
                <a:gd name="connsiteX68" fmla="*/ 187346 w 607639"/>
                <a:gd name="connsiteY68" fmla="*/ 257832 h 606722"/>
                <a:gd name="connsiteX69" fmla="*/ 188503 w 607639"/>
                <a:gd name="connsiteY69" fmla="*/ 257032 h 606722"/>
                <a:gd name="connsiteX70" fmla="*/ 189571 w 607639"/>
                <a:gd name="connsiteY70" fmla="*/ 256410 h 606722"/>
                <a:gd name="connsiteX71" fmla="*/ 190550 w 607639"/>
                <a:gd name="connsiteY71" fmla="*/ 255788 h 606722"/>
                <a:gd name="connsiteX72" fmla="*/ 191707 w 607639"/>
                <a:gd name="connsiteY72" fmla="*/ 255255 h 606722"/>
                <a:gd name="connsiteX73" fmla="*/ 192865 w 607639"/>
                <a:gd name="connsiteY73" fmla="*/ 254721 h 606722"/>
                <a:gd name="connsiteX74" fmla="*/ 193933 w 607639"/>
                <a:gd name="connsiteY74" fmla="*/ 254277 h 606722"/>
                <a:gd name="connsiteX75" fmla="*/ 195179 w 607639"/>
                <a:gd name="connsiteY75" fmla="*/ 253922 h 606722"/>
                <a:gd name="connsiteX76" fmla="*/ 196336 w 607639"/>
                <a:gd name="connsiteY76" fmla="*/ 253566 h 606722"/>
                <a:gd name="connsiteX77" fmla="*/ 197583 w 607639"/>
                <a:gd name="connsiteY77" fmla="*/ 253299 h 606722"/>
                <a:gd name="connsiteX78" fmla="*/ 198918 w 607639"/>
                <a:gd name="connsiteY78" fmla="*/ 253122 h 606722"/>
                <a:gd name="connsiteX79" fmla="*/ 199986 w 607639"/>
                <a:gd name="connsiteY79" fmla="*/ 252944 h 606722"/>
                <a:gd name="connsiteX80" fmla="*/ 253131 w 607639"/>
                <a:gd name="connsiteY80" fmla="*/ 50567 h 606722"/>
                <a:gd name="connsiteX81" fmla="*/ 253131 w 607639"/>
                <a:gd name="connsiteY81" fmla="*/ 129751 h 606722"/>
                <a:gd name="connsiteX82" fmla="*/ 289801 w 607639"/>
                <a:gd name="connsiteY82" fmla="*/ 105401 h 606722"/>
                <a:gd name="connsiteX83" fmla="*/ 317838 w 607639"/>
                <a:gd name="connsiteY83" fmla="*/ 105401 h 606722"/>
                <a:gd name="connsiteX84" fmla="*/ 354419 w 607639"/>
                <a:gd name="connsiteY84" fmla="*/ 129751 h 606722"/>
                <a:gd name="connsiteX85" fmla="*/ 354419 w 607639"/>
                <a:gd name="connsiteY85" fmla="*/ 50567 h 606722"/>
                <a:gd name="connsiteX86" fmla="*/ 87492 w 607639"/>
                <a:gd name="connsiteY86" fmla="*/ 50567 h 606722"/>
                <a:gd name="connsiteX87" fmla="*/ 50644 w 607639"/>
                <a:gd name="connsiteY87" fmla="*/ 87360 h 606722"/>
                <a:gd name="connsiteX88" fmla="*/ 50644 w 607639"/>
                <a:gd name="connsiteY88" fmla="*/ 519273 h 606722"/>
                <a:gd name="connsiteX89" fmla="*/ 87492 w 607639"/>
                <a:gd name="connsiteY89" fmla="*/ 556155 h 606722"/>
                <a:gd name="connsiteX90" fmla="*/ 520058 w 607639"/>
                <a:gd name="connsiteY90" fmla="*/ 556155 h 606722"/>
                <a:gd name="connsiteX91" fmla="*/ 556995 w 607639"/>
                <a:gd name="connsiteY91" fmla="*/ 519273 h 606722"/>
                <a:gd name="connsiteX92" fmla="*/ 556995 w 607639"/>
                <a:gd name="connsiteY92" fmla="*/ 87360 h 606722"/>
                <a:gd name="connsiteX93" fmla="*/ 520058 w 607639"/>
                <a:gd name="connsiteY93" fmla="*/ 50567 h 606722"/>
                <a:gd name="connsiteX94" fmla="*/ 405063 w 607639"/>
                <a:gd name="connsiteY94" fmla="*/ 50567 h 606722"/>
                <a:gd name="connsiteX95" fmla="*/ 405063 w 607639"/>
                <a:gd name="connsiteY95" fmla="*/ 176942 h 606722"/>
                <a:gd name="connsiteX96" fmla="*/ 365723 w 607639"/>
                <a:gd name="connsiteY96" fmla="*/ 198004 h 606722"/>
                <a:gd name="connsiteX97" fmla="*/ 303775 w 607639"/>
                <a:gd name="connsiteY97" fmla="*/ 156768 h 606722"/>
                <a:gd name="connsiteX98" fmla="*/ 241916 w 607639"/>
                <a:gd name="connsiteY98" fmla="*/ 198004 h 606722"/>
                <a:gd name="connsiteX99" fmla="*/ 202576 w 607639"/>
                <a:gd name="connsiteY99" fmla="*/ 176942 h 606722"/>
                <a:gd name="connsiteX100" fmla="*/ 202576 w 607639"/>
                <a:gd name="connsiteY100" fmla="*/ 50567 h 606722"/>
                <a:gd name="connsiteX101" fmla="*/ 87492 w 607639"/>
                <a:gd name="connsiteY101" fmla="*/ 0 h 606722"/>
                <a:gd name="connsiteX102" fmla="*/ 227854 w 607639"/>
                <a:gd name="connsiteY102" fmla="*/ 0 h 606722"/>
                <a:gd name="connsiteX103" fmla="*/ 379786 w 607639"/>
                <a:gd name="connsiteY103" fmla="*/ 0 h 606722"/>
                <a:gd name="connsiteX104" fmla="*/ 520058 w 607639"/>
                <a:gd name="connsiteY104" fmla="*/ 0 h 606722"/>
                <a:gd name="connsiteX105" fmla="*/ 607639 w 607639"/>
                <a:gd name="connsiteY105" fmla="*/ 87360 h 606722"/>
                <a:gd name="connsiteX106" fmla="*/ 607639 w 607639"/>
                <a:gd name="connsiteY106" fmla="*/ 519273 h 606722"/>
                <a:gd name="connsiteX107" fmla="*/ 520058 w 607639"/>
                <a:gd name="connsiteY107" fmla="*/ 606722 h 606722"/>
                <a:gd name="connsiteX108" fmla="*/ 87492 w 607639"/>
                <a:gd name="connsiteY108" fmla="*/ 606722 h 606722"/>
                <a:gd name="connsiteX109" fmla="*/ 0 w 607639"/>
                <a:gd name="connsiteY109" fmla="*/ 519273 h 606722"/>
                <a:gd name="connsiteX110" fmla="*/ 0 w 607639"/>
                <a:gd name="connsiteY110" fmla="*/ 87360 h 606722"/>
                <a:gd name="connsiteX111" fmla="*/ 87492 w 607639"/>
                <a:gd name="connsiteY111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607639" h="606722">
                  <a:moveTo>
                    <a:pt x="402553" y="252944"/>
                  </a:moveTo>
                  <a:cubicBezTo>
                    <a:pt x="404244" y="252766"/>
                    <a:pt x="405935" y="252766"/>
                    <a:pt x="407537" y="252944"/>
                  </a:cubicBezTo>
                  <a:cubicBezTo>
                    <a:pt x="407893" y="252944"/>
                    <a:pt x="408338" y="253033"/>
                    <a:pt x="408693" y="253122"/>
                  </a:cubicBezTo>
                  <a:cubicBezTo>
                    <a:pt x="409138" y="253122"/>
                    <a:pt x="409583" y="253211"/>
                    <a:pt x="410028" y="253299"/>
                  </a:cubicBezTo>
                  <a:cubicBezTo>
                    <a:pt x="410384" y="253388"/>
                    <a:pt x="410829" y="253477"/>
                    <a:pt x="411274" y="253566"/>
                  </a:cubicBezTo>
                  <a:cubicBezTo>
                    <a:pt x="411630" y="253655"/>
                    <a:pt x="411986" y="253744"/>
                    <a:pt x="412431" y="253922"/>
                  </a:cubicBezTo>
                  <a:cubicBezTo>
                    <a:pt x="412787" y="254010"/>
                    <a:pt x="413232" y="254188"/>
                    <a:pt x="413588" y="254277"/>
                  </a:cubicBezTo>
                  <a:cubicBezTo>
                    <a:pt x="413944" y="254455"/>
                    <a:pt x="414389" y="254544"/>
                    <a:pt x="414745" y="254721"/>
                  </a:cubicBezTo>
                  <a:cubicBezTo>
                    <a:pt x="415101" y="254899"/>
                    <a:pt x="415457" y="255077"/>
                    <a:pt x="415812" y="255255"/>
                  </a:cubicBezTo>
                  <a:cubicBezTo>
                    <a:pt x="416257" y="255432"/>
                    <a:pt x="416613" y="255610"/>
                    <a:pt x="416969" y="255788"/>
                  </a:cubicBezTo>
                  <a:cubicBezTo>
                    <a:pt x="417325" y="255966"/>
                    <a:pt x="417681" y="256232"/>
                    <a:pt x="418037" y="256410"/>
                  </a:cubicBezTo>
                  <a:cubicBezTo>
                    <a:pt x="418393" y="256588"/>
                    <a:pt x="418749" y="256854"/>
                    <a:pt x="419105" y="257032"/>
                  </a:cubicBezTo>
                  <a:cubicBezTo>
                    <a:pt x="419461" y="257299"/>
                    <a:pt x="419817" y="257565"/>
                    <a:pt x="420173" y="257832"/>
                  </a:cubicBezTo>
                  <a:cubicBezTo>
                    <a:pt x="420529" y="258098"/>
                    <a:pt x="420796" y="258276"/>
                    <a:pt x="421063" y="258543"/>
                  </a:cubicBezTo>
                  <a:cubicBezTo>
                    <a:pt x="421775" y="259076"/>
                    <a:pt x="422309" y="259609"/>
                    <a:pt x="422931" y="260231"/>
                  </a:cubicBezTo>
                  <a:lnTo>
                    <a:pt x="473565" y="310799"/>
                  </a:lnTo>
                  <a:cubicBezTo>
                    <a:pt x="483443" y="320663"/>
                    <a:pt x="483443" y="336660"/>
                    <a:pt x="473565" y="346524"/>
                  </a:cubicBezTo>
                  <a:cubicBezTo>
                    <a:pt x="463688" y="356389"/>
                    <a:pt x="447670" y="356389"/>
                    <a:pt x="437792" y="346524"/>
                  </a:cubicBezTo>
                  <a:lnTo>
                    <a:pt x="430406" y="339148"/>
                  </a:lnTo>
                  <a:lnTo>
                    <a:pt x="430406" y="480274"/>
                  </a:lnTo>
                  <a:cubicBezTo>
                    <a:pt x="430406" y="494316"/>
                    <a:pt x="419016" y="505602"/>
                    <a:pt x="405045" y="505602"/>
                  </a:cubicBezTo>
                  <a:cubicBezTo>
                    <a:pt x="391074" y="505602"/>
                    <a:pt x="379773" y="494316"/>
                    <a:pt x="379773" y="480274"/>
                  </a:cubicBezTo>
                  <a:lnTo>
                    <a:pt x="379773" y="339148"/>
                  </a:lnTo>
                  <a:lnTo>
                    <a:pt x="372298" y="346524"/>
                  </a:lnTo>
                  <a:cubicBezTo>
                    <a:pt x="362420" y="356389"/>
                    <a:pt x="346402" y="356389"/>
                    <a:pt x="336525" y="346524"/>
                  </a:cubicBezTo>
                  <a:cubicBezTo>
                    <a:pt x="326647" y="336660"/>
                    <a:pt x="326647" y="320663"/>
                    <a:pt x="336525" y="310799"/>
                  </a:cubicBezTo>
                  <a:lnTo>
                    <a:pt x="387159" y="260231"/>
                  </a:lnTo>
                  <a:cubicBezTo>
                    <a:pt x="387781" y="259609"/>
                    <a:pt x="388404" y="259076"/>
                    <a:pt x="389027" y="258543"/>
                  </a:cubicBezTo>
                  <a:cubicBezTo>
                    <a:pt x="389294" y="258276"/>
                    <a:pt x="389650" y="258098"/>
                    <a:pt x="389917" y="257832"/>
                  </a:cubicBezTo>
                  <a:cubicBezTo>
                    <a:pt x="390273" y="257565"/>
                    <a:pt x="390629" y="257299"/>
                    <a:pt x="390985" y="257032"/>
                  </a:cubicBezTo>
                  <a:cubicBezTo>
                    <a:pt x="391341" y="256854"/>
                    <a:pt x="391697" y="256588"/>
                    <a:pt x="392142" y="256410"/>
                  </a:cubicBezTo>
                  <a:cubicBezTo>
                    <a:pt x="392409" y="256232"/>
                    <a:pt x="392765" y="255966"/>
                    <a:pt x="393121" y="255788"/>
                  </a:cubicBezTo>
                  <a:cubicBezTo>
                    <a:pt x="393477" y="255610"/>
                    <a:pt x="393922" y="255432"/>
                    <a:pt x="394278" y="255255"/>
                  </a:cubicBezTo>
                  <a:cubicBezTo>
                    <a:pt x="394633" y="255077"/>
                    <a:pt x="394989" y="254899"/>
                    <a:pt x="395345" y="254721"/>
                  </a:cubicBezTo>
                  <a:cubicBezTo>
                    <a:pt x="395701" y="254544"/>
                    <a:pt x="396146" y="254455"/>
                    <a:pt x="396502" y="254277"/>
                  </a:cubicBezTo>
                  <a:cubicBezTo>
                    <a:pt x="396858" y="254188"/>
                    <a:pt x="397303" y="254010"/>
                    <a:pt x="397748" y="253922"/>
                  </a:cubicBezTo>
                  <a:cubicBezTo>
                    <a:pt x="398104" y="253744"/>
                    <a:pt x="398460" y="253655"/>
                    <a:pt x="398816" y="253566"/>
                  </a:cubicBezTo>
                  <a:cubicBezTo>
                    <a:pt x="399261" y="253477"/>
                    <a:pt x="399706" y="253388"/>
                    <a:pt x="400151" y="253299"/>
                  </a:cubicBezTo>
                  <a:cubicBezTo>
                    <a:pt x="400596" y="253211"/>
                    <a:pt x="401041" y="253122"/>
                    <a:pt x="401486" y="253122"/>
                  </a:cubicBezTo>
                  <a:cubicBezTo>
                    <a:pt x="401841" y="253033"/>
                    <a:pt x="402197" y="252944"/>
                    <a:pt x="402553" y="252944"/>
                  </a:cubicBezTo>
                  <a:close/>
                  <a:moveTo>
                    <a:pt x="199986" y="252944"/>
                  </a:moveTo>
                  <a:cubicBezTo>
                    <a:pt x="201677" y="252766"/>
                    <a:pt x="203369" y="252766"/>
                    <a:pt x="205060" y="252944"/>
                  </a:cubicBezTo>
                  <a:cubicBezTo>
                    <a:pt x="205416" y="252944"/>
                    <a:pt x="205772" y="253033"/>
                    <a:pt x="206128" y="253122"/>
                  </a:cubicBezTo>
                  <a:cubicBezTo>
                    <a:pt x="206573" y="253122"/>
                    <a:pt x="207018" y="253211"/>
                    <a:pt x="207463" y="253299"/>
                  </a:cubicBezTo>
                  <a:cubicBezTo>
                    <a:pt x="207909" y="253388"/>
                    <a:pt x="208354" y="253477"/>
                    <a:pt x="208710" y="253566"/>
                  </a:cubicBezTo>
                  <a:cubicBezTo>
                    <a:pt x="209155" y="253655"/>
                    <a:pt x="209511" y="253744"/>
                    <a:pt x="209867" y="253922"/>
                  </a:cubicBezTo>
                  <a:cubicBezTo>
                    <a:pt x="210312" y="254010"/>
                    <a:pt x="210668" y="254188"/>
                    <a:pt x="211113" y="254277"/>
                  </a:cubicBezTo>
                  <a:cubicBezTo>
                    <a:pt x="211469" y="254455"/>
                    <a:pt x="211825" y="254544"/>
                    <a:pt x="212181" y="254721"/>
                  </a:cubicBezTo>
                  <a:cubicBezTo>
                    <a:pt x="212626" y="254899"/>
                    <a:pt x="212983" y="255077"/>
                    <a:pt x="213339" y="255255"/>
                  </a:cubicBezTo>
                  <a:cubicBezTo>
                    <a:pt x="213695" y="255432"/>
                    <a:pt x="214051" y="255610"/>
                    <a:pt x="214496" y="255788"/>
                  </a:cubicBezTo>
                  <a:cubicBezTo>
                    <a:pt x="214852" y="255966"/>
                    <a:pt x="215119" y="256232"/>
                    <a:pt x="215475" y="256410"/>
                  </a:cubicBezTo>
                  <a:cubicBezTo>
                    <a:pt x="215831" y="256588"/>
                    <a:pt x="216187" y="256854"/>
                    <a:pt x="216543" y="257032"/>
                  </a:cubicBezTo>
                  <a:cubicBezTo>
                    <a:pt x="216988" y="257299"/>
                    <a:pt x="217344" y="257565"/>
                    <a:pt x="217700" y="257832"/>
                  </a:cubicBezTo>
                  <a:cubicBezTo>
                    <a:pt x="217968" y="258098"/>
                    <a:pt x="218324" y="258276"/>
                    <a:pt x="218591" y="258543"/>
                  </a:cubicBezTo>
                  <a:cubicBezTo>
                    <a:pt x="219214" y="259076"/>
                    <a:pt x="219837" y="259609"/>
                    <a:pt x="220460" y="260231"/>
                  </a:cubicBezTo>
                  <a:lnTo>
                    <a:pt x="271111" y="310799"/>
                  </a:lnTo>
                  <a:cubicBezTo>
                    <a:pt x="280992" y="320663"/>
                    <a:pt x="280992" y="336660"/>
                    <a:pt x="271111" y="346524"/>
                  </a:cubicBezTo>
                  <a:cubicBezTo>
                    <a:pt x="261141" y="356389"/>
                    <a:pt x="245118" y="356389"/>
                    <a:pt x="235237" y="346524"/>
                  </a:cubicBezTo>
                  <a:lnTo>
                    <a:pt x="227848" y="339148"/>
                  </a:lnTo>
                  <a:lnTo>
                    <a:pt x="227848" y="480274"/>
                  </a:lnTo>
                  <a:cubicBezTo>
                    <a:pt x="227848" y="494316"/>
                    <a:pt x="216543" y="505602"/>
                    <a:pt x="202568" y="505602"/>
                  </a:cubicBezTo>
                  <a:cubicBezTo>
                    <a:pt x="188503" y="505602"/>
                    <a:pt x="177197" y="494316"/>
                    <a:pt x="177197" y="480274"/>
                  </a:cubicBezTo>
                  <a:lnTo>
                    <a:pt x="177197" y="339148"/>
                  </a:lnTo>
                  <a:lnTo>
                    <a:pt x="169809" y="346524"/>
                  </a:lnTo>
                  <a:cubicBezTo>
                    <a:pt x="159928" y="356389"/>
                    <a:pt x="143905" y="356389"/>
                    <a:pt x="134024" y="346524"/>
                  </a:cubicBezTo>
                  <a:cubicBezTo>
                    <a:pt x="124054" y="336660"/>
                    <a:pt x="124054" y="320663"/>
                    <a:pt x="134024" y="310799"/>
                  </a:cubicBezTo>
                  <a:lnTo>
                    <a:pt x="184586" y="260231"/>
                  </a:lnTo>
                  <a:cubicBezTo>
                    <a:pt x="185209" y="259609"/>
                    <a:pt x="185832" y="259076"/>
                    <a:pt x="186455" y="258543"/>
                  </a:cubicBezTo>
                  <a:cubicBezTo>
                    <a:pt x="186811" y="258276"/>
                    <a:pt x="187078" y="258098"/>
                    <a:pt x="187346" y="257832"/>
                  </a:cubicBezTo>
                  <a:cubicBezTo>
                    <a:pt x="187702" y="257565"/>
                    <a:pt x="188058" y="257299"/>
                    <a:pt x="188503" y="257032"/>
                  </a:cubicBezTo>
                  <a:cubicBezTo>
                    <a:pt x="188859" y="256854"/>
                    <a:pt x="189215" y="256588"/>
                    <a:pt x="189571" y="256410"/>
                  </a:cubicBezTo>
                  <a:cubicBezTo>
                    <a:pt x="189927" y="256232"/>
                    <a:pt x="190283" y="255966"/>
                    <a:pt x="190550" y="255788"/>
                  </a:cubicBezTo>
                  <a:cubicBezTo>
                    <a:pt x="190995" y="255610"/>
                    <a:pt x="191351" y="255432"/>
                    <a:pt x="191707" y="255255"/>
                  </a:cubicBezTo>
                  <a:cubicBezTo>
                    <a:pt x="192063" y="255077"/>
                    <a:pt x="192420" y="254899"/>
                    <a:pt x="192865" y="254721"/>
                  </a:cubicBezTo>
                  <a:cubicBezTo>
                    <a:pt x="193221" y="254544"/>
                    <a:pt x="193577" y="254455"/>
                    <a:pt x="193933" y="254277"/>
                  </a:cubicBezTo>
                  <a:cubicBezTo>
                    <a:pt x="194378" y="254188"/>
                    <a:pt x="194734" y="254010"/>
                    <a:pt x="195179" y="253922"/>
                  </a:cubicBezTo>
                  <a:cubicBezTo>
                    <a:pt x="195535" y="253744"/>
                    <a:pt x="195980" y="253655"/>
                    <a:pt x="196336" y="253566"/>
                  </a:cubicBezTo>
                  <a:cubicBezTo>
                    <a:pt x="196781" y="253477"/>
                    <a:pt x="197137" y="253388"/>
                    <a:pt x="197583" y="253299"/>
                  </a:cubicBezTo>
                  <a:cubicBezTo>
                    <a:pt x="198028" y="253211"/>
                    <a:pt x="198473" y="253122"/>
                    <a:pt x="198918" y="253122"/>
                  </a:cubicBezTo>
                  <a:cubicBezTo>
                    <a:pt x="199274" y="253033"/>
                    <a:pt x="199630" y="252944"/>
                    <a:pt x="199986" y="252944"/>
                  </a:cubicBezTo>
                  <a:close/>
                  <a:moveTo>
                    <a:pt x="253131" y="50567"/>
                  </a:moveTo>
                  <a:lnTo>
                    <a:pt x="253131" y="129751"/>
                  </a:lnTo>
                  <a:lnTo>
                    <a:pt x="289801" y="105401"/>
                  </a:lnTo>
                  <a:cubicBezTo>
                    <a:pt x="298257" y="99713"/>
                    <a:pt x="309382" y="99713"/>
                    <a:pt x="317838" y="105401"/>
                  </a:cubicBezTo>
                  <a:lnTo>
                    <a:pt x="354419" y="129751"/>
                  </a:lnTo>
                  <a:lnTo>
                    <a:pt x="354419" y="50567"/>
                  </a:lnTo>
                  <a:close/>
                  <a:moveTo>
                    <a:pt x="87492" y="50567"/>
                  </a:moveTo>
                  <a:cubicBezTo>
                    <a:pt x="67110" y="50567"/>
                    <a:pt x="50644" y="67008"/>
                    <a:pt x="50644" y="87360"/>
                  </a:cubicBezTo>
                  <a:lnTo>
                    <a:pt x="50644" y="519273"/>
                  </a:lnTo>
                  <a:cubicBezTo>
                    <a:pt x="50644" y="539625"/>
                    <a:pt x="67110" y="556155"/>
                    <a:pt x="87492" y="556155"/>
                  </a:cubicBezTo>
                  <a:lnTo>
                    <a:pt x="520058" y="556155"/>
                  </a:lnTo>
                  <a:cubicBezTo>
                    <a:pt x="540440" y="556155"/>
                    <a:pt x="556995" y="539625"/>
                    <a:pt x="556995" y="519273"/>
                  </a:cubicBezTo>
                  <a:lnTo>
                    <a:pt x="556995" y="87360"/>
                  </a:lnTo>
                  <a:cubicBezTo>
                    <a:pt x="556995" y="67008"/>
                    <a:pt x="540440" y="50567"/>
                    <a:pt x="520058" y="50567"/>
                  </a:cubicBezTo>
                  <a:lnTo>
                    <a:pt x="405063" y="50567"/>
                  </a:lnTo>
                  <a:lnTo>
                    <a:pt x="405063" y="176942"/>
                  </a:lnTo>
                  <a:cubicBezTo>
                    <a:pt x="405063" y="197116"/>
                    <a:pt x="382545" y="209202"/>
                    <a:pt x="365723" y="198004"/>
                  </a:cubicBezTo>
                  <a:lnTo>
                    <a:pt x="303775" y="156768"/>
                  </a:lnTo>
                  <a:lnTo>
                    <a:pt x="241916" y="198004"/>
                  </a:lnTo>
                  <a:cubicBezTo>
                    <a:pt x="225094" y="209202"/>
                    <a:pt x="202576" y="197116"/>
                    <a:pt x="202576" y="176942"/>
                  </a:cubicBezTo>
                  <a:lnTo>
                    <a:pt x="202576" y="50567"/>
                  </a:lnTo>
                  <a:close/>
                  <a:moveTo>
                    <a:pt x="87492" y="0"/>
                  </a:moveTo>
                  <a:lnTo>
                    <a:pt x="227854" y="0"/>
                  </a:lnTo>
                  <a:lnTo>
                    <a:pt x="379786" y="0"/>
                  </a:lnTo>
                  <a:lnTo>
                    <a:pt x="520058" y="0"/>
                  </a:lnTo>
                  <a:cubicBezTo>
                    <a:pt x="568388" y="0"/>
                    <a:pt x="607639" y="39103"/>
                    <a:pt x="607639" y="87360"/>
                  </a:cubicBezTo>
                  <a:lnTo>
                    <a:pt x="607639" y="519273"/>
                  </a:lnTo>
                  <a:cubicBezTo>
                    <a:pt x="607639" y="567530"/>
                    <a:pt x="568388" y="606722"/>
                    <a:pt x="520058" y="606722"/>
                  </a:cubicBezTo>
                  <a:lnTo>
                    <a:pt x="87492" y="606722"/>
                  </a:lnTo>
                  <a:cubicBezTo>
                    <a:pt x="39162" y="606722"/>
                    <a:pt x="0" y="567530"/>
                    <a:pt x="0" y="519273"/>
                  </a:cubicBezTo>
                  <a:lnTo>
                    <a:pt x="0" y="87360"/>
                  </a:lnTo>
                  <a:cubicBezTo>
                    <a:pt x="0" y="39103"/>
                    <a:pt x="39162" y="0"/>
                    <a:pt x="8749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5" name="组合 7">
            <a:extLst>
              <a:ext uri="{FF2B5EF4-FFF2-40B4-BE49-F238E27FC236}">
                <a16:creationId xmlns="" xmlns:a16="http://schemas.microsoft.com/office/drawing/2014/main" id="{292588EC-CAD2-447C-B8F3-8846843C0489}"/>
              </a:ext>
            </a:extLst>
          </p:cNvPr>
          <p:cNvGrpSpPr/>
          <p:nvPr/>
        </p:nvGrpSpPr>
        <p:grpSpPr>
          <a:xfrm>
            <a:off x="5364059" y="2589960"/>
            <a:ext cx="751643" cy="751643"/>
            <a:chOff x="1979029" y="3369809"/>
            <a:chExt cx="839108" cy="839108"/>
          </a:xfrm>
        </p:grpSpPr>
        <p:sp>
          <p:nvSpPr>
            <p:cNvPr id="12" name="矩形 11">
              <a:extLst>
                <a:ext uri="{FF2B5EF4-FFF2-40B4-BE49-F238E27FC236}">
                  <a16:creationId xmlns="" xmlns:a16="http://schemas.microsoft.com/office/drawing/2014/main" id="{CBBE3246-B5A6-4641-A610-90E08B3D19E7}"/>
                </a:ext>
              </a:extLst>
            </p:cNvPr>
            <p:cNvSpPr/>
            <p:nvPr/>
          </p:nvSpPr>
          <p:spPr>
            <a:xfrm>
              <a:off x="1979029" y="3369809"/>
              <a:ext cx="839108" cy="83910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" name="椭圆 35">
              <a:extLst>
                <a:ext uri="{FF2B5EF4-FFF2-40B4-BE49-F238E27FC236}">
                  <a16:creationId xmlns="" xmlns:a16="http://schemas.microsoft.com/office/drawing/2014/main" id="{F2A0A468-0935-42C3-830A-C9183525402E}"/>
                </a:ext>
              </a:extLst>
            </p:cNvPr>
            <p:cNvSpPr/>
            <p:nvPr/>
          </p:nvSpPr>
          <p:spPr>
            <a:xfrm>
              <a:off x="2137326" y="3528527"/>
              <a:ext cx="522514" cy="521671"/>
            </a:xfrm>
            <a:custGeom>
              <a:avLst/>
              <a:gdLst>
                <a:gd name="T0" fmla="*/ 6436 w 6548"/>
                <a:gd name="T1" fmla="*/ 6048 h 6547"/>
                <a:gd name="T2" fmla="*/ 5715 w 6548"/>
                <a:gd name="T3" fmla="*/ 5327 h 6547"/>
                <a:gd name="T4" fmla="*/ 5993 w 6548"/>
                <a:gd name="T5" fmla="*/ 4440 h 6547"/>
                <a:gd name="T6" fmla="*/ 4967 w 6548"/>
                <a:gd name="T7" fmla="*/ 2979 h 6547"/>
                <a:gd name="T8" fmla="*/ 4967 w 6548"/>
                <a:gd name="T9" fmla="*/ 1666 h 6547"/>
                <a:gd name="T10" fmla="*/ 5244 w 6548"/>
                <a:gd name="T11" fmla="*/ 1403 h 6547"/>
                <a:gd name="T12" fmla="*/ 5244 w 6548"/>
                <a:gd name="T13" fmla="*/ 278 h 6547"/>
                <a:gd name="T14" fmla="*/ 4967 w 6548"/>
                <a:gd name="T15" fmla="*/ 0 h 6547"/>
                <a:gd name="T16" fmla="*/ 277 w 6548"/>
                <a:gd name="T17" fmla="*/ 0 h 6547"/>
                <a:gd name="T18" fmla="*/ 0 w 6548"/>
                <a:gd name="T19" fmla="*/ 278 h 6547"/>
                <a:gd name="T20" fmla="*/ 0 w 6548"/>
                <a:gd name="T21" fmla="*/ 1387 h 6547"/>
                <a:gd name="T22" fmla="*/ 264 w 6548"/>
                <a:gd name="T23" fmla="*/ 1664 h 6547"/>
                <a:gd name="T24" fmla="*/ 264 w 6548"/>
                <a:gd name="T25" fmla="*/ 4454 h 6547"/>
                <a:gd name="T26" fmla="*/ 541 w 6548"/>
                <a:gd name="T27" fmla="*/ 4731 h 6547"/>
                <a:gd name="T28" fmla="*/ 2913 w 6548"/>
                <a:gd name="T29" fmla="*/ 4731 h 6547"/>
                <a:gd name="T30" fmla="*/ 4440 w 6548"/>
                <a:gd name="T31" fmla="*/ 5994 h 6547"/>
                <a:gd name="T32" fmla="*/ 5327 w 6548"/>
                <a:gd name="T33" fmla="*/ 5715 h 6547"/>
                <a:gd name="T34" fmla="*/ 6048 w 6548"/>
                <a:gd name="T35" fmla="*/ 6436 h 6547"/>
                <a:gd name="T36" fmla="*/ 6436 w 6548"/>
                <a:gd name="T37" fmla="*/ 6436 h 6547"/>
                <a:gd name="T38" fmla="*/ 6436 w 6548"/>
                <a:gd name="T39" fmla="*/ 6048 h 6547"/>
                <a:gd name="T40" fmla="*/ 541 w 6548"/>
                <a:gd name="T41" fmla="*/ 542 h 6547"/>
                <a:gd name="T42" fmla="*/ 4689 w 6548"/>
                <a:gd name="T43" fmla="*/ 542 h 6547"/>
                <a:gd name="T44" fmla="*/ 4689 w 6548"/>
                <a:gd name="T45" fmla="*/ 1124 h 6547"/>
                <a:gd name="T46" fmla="*/ 541 w 6548"/>
                <a:gd name="T47" fmla="*/ 1124 h 6547"/>
                <a:gd name="T48" fmla="*/ 541 w 6548"/>
                <a:gd name="T49" fmla="*/ 542 h 6547"/>
                <a:gd name="T50" fmla="*/ 805 w 6548"/>
                <a:gd name="T51" fmla="*/ 1679 h 6547"/>
                <a:gd name="T52" fmla="*/ 4412 w 6548"/>
                <a:gd name="T53" fmla="*/ 1679 h 6547"/>
                <a:gd name="T54" fmla="*/ 4412 w 6548"/>
                <a:gd name="T55" fmla="*/ 2886 h 6547"/>
                <a:gd name="T56" fmla="*/ 2907 w 6548"/>
                <a:gd name="T57" fmla="*/ 4190 h 6547"/>
                <a:gd name="T58" fmla="*/ 805 w 6548"/>
                <a:gd name="T59" fmla="*/ 4190 h 6547"/>
                <a:gd name="T60" fmla="*/ 805 w 6548"/>
                <a:gd name="T61" fmla="*/ 1679 h 6547"/>
                <a:gd name="T62" fmla="*/ 3427 w 6548"/>
                <a:gd name="T63" fmla="*/ 4439 h 6547"/>
                <a:gd name="T64" fmla="*/ 4439 w 6548"/>
                <a:gd name="T65" fmla="*/ 3427 h 6547"/>
                <a:gd name="T66" fmla="*/ 5451 w 6548"/>
                <a:gd name="T67" fmla="*/ 4439 h 6547"/>
                <a:gd name="T68" fmla="*/ 4439 w 6548"/>
                <a:gd name="T69" fmla="*/ 5451 h 6547"/>
                <a:gd name="T70" fmla="*/ 3427 w 6548"/>
                <a:gd name="T71" fmla="*/ 4439 h 6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548" h="6547">
                  <a:moveTo>
                    <a:pt x="6436" y="6048"/>
                  </a:moveTo>
                  <a:lnTo>
                    <a:pt x="5715" y="5327"/>
                  </a:lnTo>
                  <a:cubicBezTo>
                    <a:pt x="5889" y="5075"/>
                    <a:pt x="5993" y="4770"/>
                    <a:pt x="5993" y="4440"/>
                  </a:cubicBezTo>
                  <a:cubicBezTo>
                    <a:pt x="5993" y="3767"/>
                    <a:pt x="5565" y="3195"/>
                    <a:pt x="4967" y="2979"/>
                  </a:cubicBezTo>
                  <a:lnTo>
                    <a:pt x="4967" y="1666"/>
                  </a:lnTo>
                  <a:cubicBezTo>
                    <a:pt x="5113" y="1659"/>
                    <a:pt x="5231" y="1538"/>
                    <a:pt x="5244" y="1403"/>
                  </a:cubicBezTo>
                  <a:lnTo>
                    <a:pt x="5244" y="278"/>
                  </a:lnTo>
                  <a:cubicBezTo>
                    <a:pt x="5244" y="126"/>
                    <a:pt x="5119" y="0"/>
                    <a:pt x="4967" y="0"/>
                  </a:cubicBezTo>
                  <a:lnTo>
                    <a:pt x="277" y="0"/>
                  </a:lnTo>
                  <a:cubicBezTo>
                    <a:pt x="125" y="0"/>
                    <a:pt x="0" y="126"/>
                    <a:pt x="0" y="278"/>
                  </a:cubicBezTo>
                  <a:lnTo>
                    <a:pt x="0" y="1387"/>
                  </a:lnTo>
                  <a:cubicBezTo>
                    <a:pt x="0" y="1535"/>
                    <a:pt x="117" y="1656"/>
                    <a:pt x="264" y="1664"/>
                  </a:cubicBezTo>
                  <a:lnTo>
                    <a:pt x="264" y="4454"/>
                  </a:lnTo>
                  <a:cubicBezTo>
                    <a:pt x="264" y="4606"/>
                    <a:pt x="389" y="4731"/>
                    <a:pt x="541" y="4731"/>
                  </a:cubicBezTo>
                  <a:lnTo>
                    <a:pt x="2913" y="4731"/>
                  </a:lnTo>
                  <a:cubicBezTo>
                    <a:pt x="3049" y="5450"/>
                    <a:pt x="3681" y="5994"/>
                    <a:pt x="4440" y="5994"/>
                  </a:cubicBezTo>
                  <a:cubicBezTo>
                    <a:pt x="4769" y="5994"/>
                    <a:pt x="5076" y="5891"/>
                    <a:pt x="5327" y="5715"/>
                  </a:cubicBezTo>
                  <a:lnTo>
                    <a:pt x="6048" y="6436"/>
                  </a:lnTo>
                  <a:cubicBezTo>
                    <a:pt x="6159" y="6547"/>
                    <a:pt x="6325" y="6547"/>
                    <a:pt x="6436" y="6436"/>
                  </a:cubicBezTo>
                  <a:cubicBezTo>
                    <a:pt x="6547" y="6326"/>
                    <a:pt x="6548" y="6159"/>
                    <a:pt x="6436" y="6048"/>
                  </a:cubicBezTo>
                  <a:close/>
                  <a:moveTo>
                    <a:pt x="541" y="542"/>
                  </a:moveTo>
                  <a:lnTo>
                    <a:pt x="4689" y="542"/>
                  </a:lnTo>
                  <a:lnTo>
                    <a:pt x="4689" y="1124"/>
                  </a:lnTo>
                  <a:lnTo>
                    <a:pt x="541" y="1124"/>
                  </a:lnTo>
                  <a:lnTo>
                    <a:pt x="541" y="542"/>
                  </a:lnTo>
                  <a:close/>
                  <a:moveTo>
                    <a:pt x="805" y="1679"/>
                  </a:moveTo>
                  <a:lnTo>
                    <a:pt x="4412" y="1679"/>
                  </a:lnTo>
                  <a:lnTo>
                    <a:pt x="4412" y="2886"/>
                  </a:lnTo>
                  <a:cubicBezTo>
                    <a:pt x="3652" y="2899"/>
                    <a:pt x="3024" y="3459"/>
                    <a:pt x="2907" y="4190"/>
                  </a:cubicBezTo>
                  <a:lnTo>
                    <a:pt x="805" y="4190"/>
                  </a:lnTo>
                  <a:lnTo>
                    <a:pt x="805" y="1679"/>
                  </a:lnTo>
                  <a:close/>
                  <a:moveTo>
                    <a:pt x="3427" y="4439"/>
                  </a:moveTo>
                  <a:cubicBezTo>
                    <a:pt x="3427" y="3880"/>
                    <a:pt x="3880" y="3427"/>
                    <a:pt x="4439" y="3427"/>
                  </a:cubicBezTo>
                  <a:cubicBezTo>
                    <a:pt x="4997" y="3427"/>
                    <a:pt x="5451" y="3880"/>
                    <a:pt x="5451" y="4439"/>
                  </a:cubicBezTo>
                  <a:cubicBezTo>
                    <a:pt x="5451" y="4998"/>
                    <a:pt x="4997" y="5451"/>
                    <a:pt x="4439" y="5451"/>
                  </a:cubicBezTo>
                  <a:cubicBezTo>
                    <a:pt x="3880" y="5452"/>
                    <a:pt x="3427" y="4999"/>
                    <a:pt x="3427" y="44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6" name="组合 8">
            <a:extLst>
              <a:ext uri="{FF2B5EF4-FFF2-40B4-BE49-F238E27FC236}">
                <a16:creationId xmlns="" xmlns:a16="http://schemas.microsoft.com/office/drawing/2014/main" id="{D913CB0C-4951-4501-A196-09E744A28BFA}"/>
              </a:ext>
            </a:extLst>
          </p:cNvPr>
          <p:cNvGrpSpPr/>
          <p:nvPr/>
        </p:nvGrpSpPr>
        <p:grpSpPr>
          <a:xfrm>
            <a:off x="7725152" y="2589960"/>
            <a:ext cx="751643" cy="751643"/>
            <a:chOff x="1979029" y="3369809"/>
            <a:chExt cx="839108" cy="839108"/>
          </a:xfrm>
        </p:grpSpPr>
        <p:sp>
          <p:nvSpPr>
            <p:cNvPr id="10" name="矩形 9">
              <a:extLst>
                <a:ext uri="{FF2B5EF4-FFF2-40B4-BE49-F238E27FC236}">
                  <a16:creationId xmlns="" xmlns:a16="http://schemas.microsoft.com/office/drawing/2014/main" id="{C7104F8F-C9C0-48DC-8F41-1C54CDA8A6F1}"/>
                </a:ext>
              </a:extLst>
            </p:cNvPr>
            <p:cNvSpPr/>
            <p:nvPr/>
          </p:nvSpPr>
          <p:spPr>
            <a:xfrm>
              <a:off x="1979029" y="3369809"/>
              <a:ext cx="839108" cy="83910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" name="椭圆 46">
              <a:extLst>
                <a:ext uri="{FF2B5EF4-FFF2-40B4-BE49-F238E27FC236}">
                  <a16:creationId xmlns="" xmlns:a16="http://schemas.microsoft.com/office/drawing/2014/main" id="{12C498A4-9D80-4501-B844-89A53ABE76A2}"/>
                </a:ext>
              </a:extLst>
            </p:cNvPr>
            <p:cNvSpPr/>
            <p:nvPr/>
          </p:nvSpPr>
          <p:spPr>
            <a:xfrm>
              <a:off x="2137326" y="3569429"/>
              <a:ext cx="522514" cy="439868"/>
            </a:xfrm>
            <a:custGeom>
              <a:avLst/>
              <a:gdLst>
                <a:gd name="connsiteX0" fmla="*/ 440826 w 607639"/>
                <a:gd name="connsiteY0" fmla="*/ 440187 h 511529"/>
                <a:gd name="connsiteX1" fmla="*/ 548008 w 607639"/>
                <a:gd name="connsiteY1" fmla="*/ 440187 h 511529"/>
                <a:gd name="connsiteX2" fmla="*/ 559937 w 607639"/>
                <a:gd name="connsiteY2" fmla="*/ 452078 h 511529"/>
                <a:gd name="connsiteX3" fmla="*/ 548008 w 607639"/>
                <a:gd name="connsiteY3" fmla="*/ 463968 h 511529"/>
                <a:gd name="connsiteX4" fmla="*/ 440826 w 607639"/>
                <a:gd name="connsiteY4" fmla="*/ 463968 h 511529"/>
                <a:gd name="connsiteX5" fmla="*/ 428897 w 607639"/>
                <a:gd name="connsiteY5" fmla="*/ 452078 h 511529"/>
                <a:gd name="connsiteX6" fmla="*/ 440826 w 607639"/>
                <a:gd name="connsiteY6" fmla="*/ 440187 h 511529"/>
                <a:gd name="connsiteX7" fmla="*/ 381180 w 607639"/>
                <a:gd name="connsiteY7" fmla="*/ 392626 h 511529"/>
                <a:gd name="connsiteX8" fmla="*/ 548008 w 607639"/>
                <a:gd name="connsiteY8" fmla="*/ 392626 h 511529"/>
                <a:gd name="connsiteX9" fmla="*/ 559937 w 607639"/>
                <a:gd name="connsiteY9" fmla="*/ 404525 h 511529"/>
                <a:gd name="connsiteX10" fmla="*/ 548008 w 607639"/>
                <a:gd name="connsiteY10" fmla="*/ 416336 h 511529"/>
                <a:gd name="connsiteX11" fmla="*/ 381180 w 607639"/>
                <a:gd name="connsiteY11" fmla="*/ 416336 h 511529"/>
                <a:gd name="connsiteX12" fmla="*/ 369340 w 607639"/>
                <a:gd name="connsiteY12" fmla="*/ 404525 h 511529"/>
                <a:gd name="connsiteX13" fmla="*/ 381180 w 607639"/>
                <a:gd name="connsiteY13" fmla="*/ 392626 h 511529"/>
                <a:gd name="connsiteX14" fmla="*/ 464589 w 607639"/>
                <a:gd name="connsiteY14" fmla="*/ 344995 h 511529"/>
                <a:gd name="connsiteX15" fmla="*/ 548007 w 607639"/>
                <a:gd name="connsiteY15" fmla="*/ 344995 h 511529"/>
                <a:gd name="connsiteX16" fmla="*/ 559937 w 607639"/>
                <a:gd name="connsiteY16" fmla="*/ 356885 h 511529"/>
                <a:gd name="connsiteX17" fmla="*/ 548007 w 607639"/>
                <a:gd name="connsiteY17" fmla="*/ 368776 h 511529"/>
                <a:gd name="connsiteX18" fmla="*/ 464589 w 607639"/>
                <a:gd name="connsiteY18" fmla="*/ 368776 h 511529"/>
                <a:gd name="connsiteX19" fmla="*/ 452748 w 607639"/>
                <a:gd name="connsiteY19" fmla="*/ 356885 h 511529"/>
                <a:gd name="connsiteX20" fmla="*/ 464589 w 607639"/>
                <a:gd name="connsiteY20" fmla="*/ 344995 h 511529"/>
                <a:gd name="connsiteX21" fmla="*/ 262121 w 607639"/>
                <a:gd name="connsiteY21" fmla="*/ 178448 h 511529"/>
                <a:gd name="connsiteX22" fmla="*/ 262121 w 607639"/>
                <a:gd name="connsiteY22" fmla="*/ 285535 h 511529"/>
                <a:gd name="connsiteX23" fmla="*/ 333592 w 607639"/>
                <a:gd name="connsiteY23" fmla="*/ 285535 h 511529"/>
                <a:gd name="connsiteX24" fmla="*/ 333592 w 607639"/>
                <a:gd name="connsiteY24" fmla="*/ 178448 h 511529"/>
                <a:gd name="connsiteX25" fmla="*/ 23853 w 607639"/>
                <a:gd name="connsiteY25" fmla="*/ 178448 h 511529"/>
                <a:gd name="connsiteX26" fmla="*/ 23853 w 607639"/>
                <a:gd name="connsiteY26" fmla="*/ 487801 h 511529"/>
                <a:gd name="connsiteX27" fmla="*/ 583786 w 607639"/>
                <a:gd name="connsiteY27" fmla="*/ 487801 h 511529"/>
                <a:gd name="connsiteX28" fmla="*/ 583786 w 607639"/>
                <a:gd name="connsiteY28" fmla="*/ 178448 h 511529"/>
                <a:gd name="connsiteX29" fmla="*/ 357445 w 607639"/>
                <a:gd name="connsiteY29" fmla="*/ 178448 h 511529"/>
                <a:gd name="connsiteX30" fmla="*/ 357445 w 607639"/>
                <a:gd name="connsiteY30" fmla="*/ 297444 h 511529"/>
                <a:gd name="connsiteX31" fmla="*/ 345518 w 607639"/>
                <a:gd name="connsiteY31" fmla="*/ 309352 h 511529"/>
                <a:gd name="connsiteX32" fmla="*/ 250194 w 607639"/>
                <a:gd name="connsiteY32" fmla="*/ 309352 h 511529"/>
                <a:gd name="connsiteX33" fmla="*/ 238267 w 607639"/>
                <a:gd name="connsiteY33" fmla="*/ 297444 h 511529"/>
                <a:gd name="connsiteX34" fmla="*/ 238267 w 607639"/>
                <a:gd name="connsiteY34" fmla="*/ 178448 h 511529"/>
                <a:gd name="connsiteX35" fmla="*/ 346498 w 607639"/>
                <a:gd name="connsiteY35" fmla="*/ 23817 h 511529"/>
                <a:gd name="connsiteX36" fmla="*/ 356555 w 607639"/>
                <a:gd name="connsiteY36" fmla="*/ 154720 h 511529"/>
                <a:gd name="connsiteX37" fmla="*/ 574351 w 607639"/>
                <a:gd name="connsiteY37" fmla="*/ 154720 h 511529"/>
                <a:gd name="connsiteX38" fmla="*/ 493712 w 607639"/>
                <a:gd name="connsiteY38" fmla="*/ 23817 h 511529"/>
                <a:gd name="connsiteX39" fmla="*/ 273157 w 607639"/>
                <a:gd name="connsiteY39" fmla="*/ 23817 h 511529"/>
                <a:gd name="connsiteX40" fmla="*/ 263100 w 607639"/>
                <a:gd name="connsiteY40" fmla="*/ 154720 h 511529"/>
                <a:gd name="connsiteX41" fmla="*/ 332613 w 607639"/>
                <a:gd name="connsiteY41" fmla="*/ 154720 h 511529"/>
                <a:gd name="connsiteX42" fmla="*/ 322555 w 607639"/>
                <a:gd name="connsiteY42" fmla="*/ 23817 h 511529"/>
                <a:gd name="connsiteX43" fmla="*/ 113927 w 607639"/>
                <a:gd name="connsiteY43" fmla="*/ 23817 h 511529"/>
                <a:gd name="connsiteX44" fmla="*/ 33199 w 607639"/>
                <a:gd name="connsiteY44" fmla="*/ 154720 h 511529"/>
                <a:gd name="connsiteX45" fmla="*/ 239157 w 607639"/>
                <a:gd name="connsiteY45" fmla="*/ 154720 h 511529"/>
                <a:gd name="connsiteX46" fmla="*/ 249215 w 607639"/>
                <a:gd name="connsiteY46" fmla="*/ 23817 h 511529"/>
                <a:gd name="connsiteX47" fmla="*/ 107251 w 607639"/>
                <a:gd name="connsiteY47" fmla="*/ 0 h 511529"/>
                <a:gd name="connsiteX48" fmla="*/ 262121 w 607639"/>
                <a:gd name="connsiteY48" fmla="*/ 0 h 511529"/>
                <a:gd name="connsiteX49" fmla="*/ 333592 w 607639"/>
                <a:gd name="connsiteY49" fmla="*/ 0 h 511529"/>
                <a:gd name="connsiteX50" fmla="*/ 500388 w 607639"/>
                <a:gd name="connsiteY50" fmla="*/ 0 h 511529"/>
                <a:gd name="connsiteX51" fmla="*/ 510534 w 607639"/>
                <a:gd name="connsiteY51" fmla="*/ 5687 h 511529"/>
                <a:gd name="connsiteX52" fmla="*/ 605859 w 607639"/>
                <a:gd name="connsiteY52" fmla="*/ 160319 h 511529"/>
                <a:gd name="connsiteX53" fmla="*/ 606660 w 607639"/>
                <a:gd name="connsiteY53" fmla="*/ 161830 h 511529"/>
                <a:gd name="connsiteX54" fmla="*/ 606749 w 607639"/>
                <a:gd name="connsiteY54" fmla="*/ 162274 h 511529"/>
                <a:gd name="connsiteX55" fmla="*/ 607283 w 607639"/>
                <a:gd name="connsiteY55" fmla="*/ 163874 h 511529"/>
                <a:gd name="connsiteX56" fmla="*/ 607372 w 607639"/>
                <a:gd name="connsiteY56" fmla="*/ 164407 h 511529"/>
                <a:gd name="connsiteX57" fmla="*/ 607639 w 607639"/>
                <a:gd name="connsiteY57" fmla="*/ 166451 h 511529"/>
                <a:gd name="connsiteX58" fmla="*/ 607639 w 607639"/>
                <a:gd name="connsiteY58" fmla="*/ 166540 h 511529"/>
                <a:gd name="connsiteX59" fmla="*/ 607639 w 607639"/>
                <a:gd name="connsiteY59" fmla="*/ 499621 h 511529"/>
                <a:gd name="connsiteX60" fmla="*/ 595712 w 607639"/>
                <a:gd name="connsiteY60" fmla="*/ 511529 h 511529"/>
                <a:gd name="connsiteX61" fmla="*/ 11927 w 607639"/>
                <a:gd name="connsiteY61" fmla="*/ 511529 h 511529"/>
                <a:gd name="connsiteX62" fmla="*/ 0 w 607639"/>
                <a:gd name="connsiteY62" fmla="*/ 499621 h 511529"/>
                <a:gd name="connsiteX63" fmla="*/ 0 w 607639"/>
                <a:gd name="connsiteY63" fmla="*/ 166540 h 511529"/>
                <a:gd name="connsiteX64" fmla="*/ 0 w 607639"/>
                <a:gd name="connsiteY64" fmla="*/ 166451 h 511529"/>
                <a:gd name="connsiteX65" fmla="*/ 178 w 607639"/>
                <a:gd name="connsiteY65" fmla="*/ 164407 h 511529"/>
                <a:gd name="connsiteX66" fmla="*/ 356 w 607639"/>
                <a:gd name="connsiteY66" fmla="*/ 163874 h 511529"/>
                <a:gd name="connsiteX67" fmla="*/ 801 w 607639"/>
                <a:gd name="connsiteY67" fmla="*/ 162274 h 511529"/>
                <a:gd name="connsiteX68" fmla="*/ 979 w 607639"/>
                <a:gd name="connsiteY68" fmla="*/ 161830 h 511529"/>
                <a:gd name="connsiteX69" fmla="*/ 1780 w 607639"/>
                <a:gd name="connsiteY69" fmla="*/ 160319 h 511529"/>
                <a:gd name="connsiteX70" fmla="*/ 97105 w 607639"/>
                <a:gd name="connsiteY70" fmla="*/ 5687 h 511529"/>
                <a:gd name="connsiteX71" fmla="*/ 107251 w 607639"/>
                <a:gd name="connsiteY71" fmla="*/ 0 h 511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607639" h="511529">
                  <a:moveTo>
                    <a:pt x="440826" y="440187"/>
                  </a:moveTo>
                  <a:lnTo>
                    <a:pt x="548008" y="440187"/>
                  </a:lnTo>
                  <a:cubicBezTo>
                    <a:pt x="554596" y="440187"/>
                    <a:pt x="559937" y="445511"/>
                    <a:pt x="559937" y="452078"/>
                  </a:cubicBezTo>
                  <a:cubicBezTo>
                    <a:pt x="559937" y="458644"/>
                    <a:pt x="554596" y="463968"/>
                    <a:pt x="548008" y="463968"/>
                  </a:cubicBezTo>
                  <a:lnTo>
                    <a:pt x="440826" y="463968"/>
                  </a:lnTo>
                  <a:cubicBezTo>
                    <a:pt x="434238" y="463968"/>
                    <a:pt x="428897" y="458644"/>
                    <a:pt x="428897" y="452078"/>
                  </a:cubicBezTo>
                  <a:cubicBezTo>
                    <a:pt x="428897" y="445511"/>
                    <a:pt x="434238" y="440187"/>
                    <a:pt x="440826" y="440187"/>
                  </a:cubicBezTo>
                  <a:close/>
                  <a:moveTo>
                    <a:pt x="381180" y="392626"/>
                  </a:moveTo>
                  <a:lnTo>
                    <a:pt x="548008" y="392626"/>
                  </a:lnTo>
                  <a:cubicBezTo>
                    <a:pt x="554596" y="392626"/>
                    <a:pt x="559937" y="397954"/>
                    <a:pt x="559937" y="404525"/>
                  </a:cubicBezTo>
                  <a:cubicBezTo>
                    <a:pt x="559937" y="411008"/>
                    <a:pt x="554596" y="416336"/>
                    <a:pt x="548008" y="416336"/>
                  </a:cubicBezTo>
                  <a:lnTo>
                    <a:pt x="381180" y="416336"/>
                  </a:lnTo>
                  <a:cubicBezTo>
                    <a:pt x="374592" y="416336"/>
                    <a:pt x="369340" y="411008"/>
                    <a:pt x="369340" y="404525"/>
                  </a:cubicBezTo>
                  <a:cubicBezTo>
                    <a:pt x="369340" y="397954"/>
                    <a:pt x="374592" y="392626"/>
                    <a:pt x="381180" y="392626"/>
                  </a:cubicBezTo>
                  <a:close/>
                  <a:moveTo>
                    <a:pt x="464589" y="344995"/>
                  </a:moveTo>
                  <a:lnTo>
                    <a:pt x="548007" y="344995"/>
                  </a:lnTo>
                  <a:cubicBezTo>
                    <a:pt x="554595" y="344995"/>
                    <a:pt x="559937" y="350319"/>
                    <a:pt x="559937" y="356885"/>
                  </a:cubicBezTo>
                  <a:cubicBezTo>
                    <a:pt x="559937" y="363452"/>
                    <a:pt x="554595" y="368776"/>
                    <a:pt x="548007" y="368776"/>
                  </a:cubicBezTo>
                  <a:lnTo>
                    <a:pt x="464589" y="368776"/>
                  </a:lnTo>
                  <a:cubicBezTo>
                    <a:pt x="458001" y="368776"/>
                    <a:pt x="452748" y="363452"/>
                    <a:pt x="452748" y="356885"/>
                  </a:cubicBezTo>
                  <a:cubicBezTo>
                    <a:pt x="452748" y="350319"/>
                    <a:pt x="458001" y="344995"/>
                    <a:pt x="464589" y="344995"/>
                  </a:cubicBezTo>
                  <a:close/>
                  <a:moveTo>
                    <a:pt x="262121" y="178448"/>
                  </a:moveTo>
                  <a:lnTo>
                    <a:pt x="262121" y="285535"/>
                  </a:lnTo>
                  <a:lnTo>
                    <a:pt x="333592" y="285535"/>
                  </a:lnTo>
                  <a:lnTo>
                    <a:pt x="333592" y="178448"/>
                  </a:lnTo>
                  <a:close/>
                  <a:moveTo>
                    <a:pt x="23853" y="178448"/>
                  </a:moveTo>
                  <a:lnTo>
                    <a:pt x="23853" y="487801"/>
                  </a:lnTo>
                  <a:lnTo>
                    <a:pt x="583786" y="487801"/>
                  </a:lnTo>
                  <a:lnTo>
                    <a:pt x="583786" y="178448"/>
                  </a:lnTo>
                  <a:lnTo>
                    <a:pt x="357445" y="178448"/>
                  </a:lnTo>
                  <a:lnTo>
                    <a:pt x="357445" y="297444"/>
                  </a:lnTo>
                  <a:cubicBezTo>
                    <a:pt x="357445" y="304020"/>
                    <a:pt x="352105" y="309352"/>
                    <a:pt x="345518" y="309352"/>
                  </a:cubicBezTo>
                  <a:lnTo>
                    <a:pt x="250194" y="309352"/>
                  </a:lnTo>
                  <a:cubicBezTo>
                    <a:pt x="243607" y="309352"/>
                    <a:pt x="238267" y="304020"/>
                    <a:pt x="238267" y="297444"/>
                  </a:cubicBezTo>
                  <a:lnTo>
                    <a:pt x="238267" y="178448"/>
                  </a:lnTo>
                  <a:close/>
                  <a:moveTo>
                    <a:pt x="346498" y="23817"/>
                  </a:moveTo>
                  <a:lnTo>
                    <a:pt x="356555" y="154720"/>
                  </a:lnTo>
                  <a:lnTo>
                    <a:pt x="574351" y="154720"/>
                  </a:lnTo>
                  <a:lnTo>
                    <a:pt x="493712" y="23817"/>
                  </a:lnTo>
                  <a:close/>
                  <a:moveTo>
                    <a:pt x="273157" y="23817"/>
                  </a:moveTo>
                  <a:lnTo>
                    <a:pt x="263100" y="154720"/>
                  </a:lnTo>
                  <a:lnTo>
                    <a:pt x="332613" y="154720"/>
                  </a:lnTo>
                  <a:lnTo>
                    <a:pt x="322555" y="23817"/>
                  </a:lnTo>
                  <a:close/>
                  <a:moveTo>
                    <a:pt x="113927" y="23817"/>
                  </a:moveTo>
                  <a:lnTo>
                    <a:pt x="33199" y="154720"/>
                  </a:lnTo>
                  <a:lnTo>
                    <a:pt x="239157" y="154720"/>
                  </a:lnTo>
                  <a:lnTo>
                    <a:pt x="249215" y="23817"/>
                  </a:lnTo>
                  <a:close/>
                  <a:moveTo>
                    <a:pt x="107251" y="0"/>
                  </a:moveTo>
                  <a:lnTo>
                    <a:pt x="262121" y="0"/>
                  </a:lnTo>
                  <a:lnTo>
                    <a:pt x="333592" y="0"/>
                  </a:lnTo>
                  <a:lnTo>
                    <a:pt x="500388" y="0"/>
                  </a:lnTo>
                  <a:cubicBezTo>
                    <a:pt x="504482" y="0"/>
                    <a:pt x="508398" y="2221"/>
                    <a:pt x="510534" y="5687"/>
                  </a:cubicBezTo>
                  <a:lnTo>
                    <a:pt x="605859" y="160319"/>
                  </a:lnTo>
                  <a:cubicBezTo>
                    <a:pt x="606126" y="160852"/>
                    <a:pt x="606393" y="161297"/>
                    <a:pt x="606660" y="161830"/>
                  </a:cubicBezTo>
                  <a:cubicBezTo>
                    <a:pt x="606660" y="162008"/>
                    <a:pt x="606749" y="162097"/>
                    <a:pt x="606749" y="162274"/>
                  </a:cubicBezTo>
                  <a:cubicBezTo>
                    <a:pt x="607016" y="162807"/>
                    <a:pt x="607105" y="163341"/>
                    <a:pt x="607283" y="163874"/>
                  </a:cubicBezTo>
                  <a:cubicBezTo>
                    <a:pt x="607283" y="164052"/>
                    <a:pt x="607372" y="164229"/>
                    <a:pt x="607372" y="164407"/>
                  </a:cubicBezTo>
                  <a:cubicBezTo>
                    <a:pt x="607550" y="165118"/>
                    <a:pt x="607550" y="165740"/>
                    <a:pt x="607639" y="166451"/>
                  </a:cubicBezTo>
                  <a:cubicBezTo>
                    <a:pt x="607639" y="166540"/>
                    <a:pt x="607639" y="166540"/>
                    <a:pt x="607639" y="166540"/>
                  </a:cubicBezTo>
                  <a:lnTo>
                    <a:pt x="607639" y="499621"/>
                  </a:lnTo>
                  <a:cubicBezTo>
                    <a:pt x="607639" y="506197"/>
                    <a:pt x="602299" y="511529"/>
                    <a:pt x="595712" y="511529"/>
                  </a:cubicBezTo>
                  <a:lnTo>
                    <a:pt x="11927" y="511529"/>
                  </a:lnTo>
                  <a:cubicBezTo>
                    <a:pt x="5340" y="511529"/>
                    <a:pt x="0" y="506197"/>
                    <a:pt x="0" y="499621"/>
                  </a:cubicBezTo>
                  <a:lnTo>
                    <a:pt x="0" y="166540"/>
                  </a:lnTo>
                  <a:cubicBezTo>
                    <a:pt x="0" y="166540"/>
                    <a:pt x="0" y="166540"/>
                    <a:pt x="0" y="166451"/>
                  </a:cubicBezTo>
                  <a:cubicBezTo>
                    <a:pt x="0" y="165740"/>
                    <a:pt x="89" y="165118"/>
                    <a:pt x="178" y="164407"/>
                  </a:cubicBezTo>
                  <a:cubicBezTo>
                    <a:pt x="267" y="164229"/>
                    <a:pt x="267" y="164052"/>
                    <a:pt x="356" y="163874"/>
                  </a:cubicBezTo>
                  <a:cubicBezTo>
                    <a:pt x="445" y="163341"/>
                    <a:pt x="623" y="162807"/>
                    <a:pt x="801" y="162274"/>
                  </a:cubicBezTo>
                  <a:cubicBezTo>
                    <a:pt x="890" y="162097"/>
                    <a:pt x="890" y="162008"/>
                    <a:pt x="979" y="161830"/>
                  </a:cubicBezTo>
                  <a:cubicBezTo>
                    <a:pt x="1246" y="161297"/>
                    <a:pt x="1424" y="160852"/>
                    <a:pt x="1780" y="160319"/>
                  </a:cubicBezTo>
                  <a:lnTo>
                    <a:pt x="97105" y="5687"/>
                  </a:lnTo>
                  <a:cubicBezTo>
                    <a:pt x="99241" y="2221"/>
                    <a:pt x="103068" y="0"/>
                    <a:pt x="1072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7" name="组合 9">
            <a:extLst>
              <a:ext uri="{FF2B5EF4-FFF2-40B4-BE49-F238E27FC236}">
                <a16:creationId xmlns="" xmlns:a16="http://schemas.microsoft.com/office/drawing/2014/main" id="{A289B7AA-C42D-4552-B46B-9083CA34D326}"/>
              </a:ext>
            </a:extLst>
          </p:cNvPr>
          <p:cNvGrpSpPr/>
          <p:nvPr/>
        </p:nvGrpSpPr>
        <p:grpSpPr>
          <a:xfrm>
            <a:off x="10086245" y="2589960"/>
            <a:ext cx="751643" cy="751643"/>
            <a:chOff x="1979029" y="3369809"/>
            <a:chExt cx="839108" cy="839108"/>
          </a:xfrm>
        </p:grpSpPr>
        <p:sp>
          <p:nvSpPr>
            <p:cNvPr id="8" name="矩形 7">
              <a:extLst>
                <a:ext uri="{FF2B5EF4-FFF2-40B4-BE49-F238E27FC236}">
                  <a16:creationId xmlns="" xmlns:a16="http://schemas.microsoft.com/office/drawing/2014/main" id="{A668C2E7-893D-410B-8131-829EE1BB9D2E}"/>
                </a:ext>
              </a:extLst>
            </p:cNvPr>
            <p:cNvSpPr/>
            <p:nvPr/>
          </p:nvSpPr>
          <p:spPr>
            <a:xfrm>
              <a:off x="1979029" y="3369809"/>
              <a:ext cx="839108" cy="83910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" name="椭圆 57">
              <a:extLst>
                <a:ext uri="{FF2B5EF4-FFF2-40B4-BE49-F238E27FC236}">
                  <a16:creationId xmlns="" xmlns:a16="http://schemas.microsoft.com/office/drawing/2014/main" id="{1365D58D-38C9-4B72-B650-DE72B9B6A058}"/>
                </a:ext>
              </a:extLst>
            </p:cNvPr>
            <p:cNvSpPr/>
            <p:nvPr/>
          </p:nvSpPr>
          <p:spPr>
            <a:xfrm>
              <a:off x="2137326" y="3577403"/>
              <a:ext cx="522514" cy="423919"/>
            </a:xfrm>
            <a:custGeom>
              <a:avLst/>
              <a:gdLst>
                <a:gd name="T0" fmla="*/ 3267 w 6533"/>
                <a:gd name="T1" fmla="*/ 5309 h 5309"/>
                <a:gd name="T2" fmla="*/ 4848 w 6533"/>
                <a:gd name="T3" fmla="*/ 4920 h 5309"/>
                <a:gd name="T4" fmla="*/ 6533 w 6533"/>
                <a:gd name="T5" fmla="*/ 5309 h 5309"/>
                <a:gd name="T6" fmla="*/ 6533 w 6533"/>
                <a:gd name="T7" fmla="*/ 393 h 5309"/>
                <a:gd name="T8" fmla="*/ 4956 w 6533"/>
                <a:gd name="T9" fmla="*/ 0 h 5309"/>
                <a:gd name="T10" fmla="*/ 3267 w 6533"/>
                <a:gd name="T11" fmla="*/ 389 h 5309"/>
                <a:gd name="T12" fmla="*/ 1577 w 6533"/>
                <a:gd name="T13" fmla="*/ 0 h 5309"/>
                <a:gd name="T14" fmla="*/ 0 w 6533"/>
                <a:gd name="T15" fmla="*/ 393 h 5309"/>
                <a:gd name="T16" fmla="*/ 0 w 6533"/>
                <a:gd name="T17" fmla="*/ 5309 h 5309"/>
                <a:gd name="T18" fmla="*/ 1685 w 6533"/>
                <a:gd name="T19" fmla="*/ 4920 h 5309"/>
                <a:gd name="T20" fmla="*/ 3267 w 6533"/>
                <a:gd name="T21" fmla="*/ 5309 h 5309"/>
                <a:gd name="T22" fmla="*/ 6125 w 6533"/>
                <a:gd name="T23" fmla="*/ 648 h 5309"/>
                <a:gd name="T24" fmla="*/ 6125 w 6533"/>
                <a:gd name="T25" fmla="*/ 4709 h 5309"/>
                <a:gd name="T26" fmla="*/ 4848 w 6533"/>
                <a:gd name="T27" fmla="*/ 4512 h 5309"/>
                <a:gd name="T28" fmla="*/ 3471 w 6533"/>
                <a:gd name="T29" fmla="*/ 4773 h 5309"/>
                <a:gd name="T30" fmla="*/ 3471 w 6533"/>
                <a:gd name="T31" fmla="*/ 743 h 5309"/>
                <a:gd name="T32" fmla="*/ 4956 w 6533"/>
                <a:gd name="T33" fmla="*/ 409 h 5309"/>
                <a:gd name="T34" fmla="*/ 6125 w 6533"/>
                <a:gd name="T35" fmla="*/ 648 h 5309"/>
                <a:gd name="T36" fmla="*/ 408 w 6533"/>
                <a:gd name="T37" fmla="*/ 648 h 5309"/>
                <a:gd name="T38" fmla="*/ 1064 w 6533"/>
                <a:gd name="T39" fmla="*/ 455 h 5309"/>
                <a:gd name="T40" fmla="*/ 1064 w 6533"/>
                <a:gd name="T41" fmla="*/ 2495 h 5309"/>
                <a:gd name="T42" fmla="*/ 1757 w 6533"/>
                <a:gd name="T43" fmla="*/ 1879 h 5309"/>
                <a:gd name="T44" fmla="*/ 2387 w 6533"/>
                <a:gd name="T45" fmla="*/ 2495 h 5309"/>
                <a:gd name="T46" fmla="*/ 2387 w 6533"/>
                <a:gd name="T47" fmla="*/ 508 h 5309"/>
                <a:gd name="T48" fmla="*/ 3063 w 6533"/>
                <a:gd name="T49" fmla="*/ 743 h 5309"/>
                <a:gd name="T50" fmla="*/ 3063 w 6533"/>
                <a:gd name="T51" fmla="*/ 4773 h 5309"/>
                <a:gd name="T52" fmla="*/ 1685 w 6533"/>
                <a:gd name="T53" fmla="*/ 4512 h 5309"/>
                <a:gd name="T54" fmla="*/ 408 w 6533"/>
                <a:gd name="T55" fmla="*/ 4709 h 5309"/>
                <a:gd name="T56" fmla="*/ 408 w 6533"/>
                <a:gd name="T57" fmla="*/ 648 h 5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33" h="5309">
                  <a:moveTo>
                    <a:pt x="3267" y="5309"/>
                  </a:moveTo>
                  <a:cubicBezTo>
                    <a:pt x="3817" y="5017"/>
                    <a:pt x="4364" y="4920"/>
                    <a:pt x="4848" y="4920"/>
                  </a:cubicBezTo>
                  <a:cubicBezTo>
                    <a:pt x="5816" y="4920"/>
                    <a:pt x="6533" y="5309"/>
                    <a:pt x="6533" y="5309"/>
                  </a:cubicBezTo>
                  <a:lnTo>
                    <a:pt x="6533" y="393"/>
                  </a:lnTo>
                  <a:cubicBezTo>
                    <a:pt x="5987" y="99"/>
                    <a:pt x="5441" y="0"/>
                    <a:pt x="4956" y="0"/>
                  </a:cubicBezTo>
                  <a:cubicBezTo>
                    <a:pt x="3990" y="1"/>
                    <a:pt x="3267" y="389"/>
                    <a:pt x="3267" y="389"/>
                  </a:cubicBezTo>
                  <a:cubicBezTo>
                    <a:pt x="3267" y="389"/>
                    <a:pt x="2543" y="1"/>
                    <a:pt x="1577" y="0"/>
                  </a:cubicBezTo>
                  <a:cubicBezTo>
                    <a:pt x="1092" y="0"/>
                    <a:pt x="546" y="98"/>
                    <a:pt x="0" y="393"/>
                  </a:cubicBezTo>
                  <a:lnTo>
                    <a:pt x="0" y="5309"/>
                  </a:lnTo>
                  <a:cubicBezTo>
                    <a:pt x="0" y="5309"/>
                    <a:pt x="718" y="4920"/>
                    <a:pt x="1685" y="4920"/>
                  </a:cubicBezTo>
                  <a:cubicBezTo>
                    <a:pt x="2169" y="4920"/>
                    <a:pt x="2716" y="5017"/>
                    <a:pt x="3267" y="5309"/>
                  </a:cubicBezTo>
                  <a:close/>
                  <a:moveTo>
                    <a:pt x="6125" y="648"/>
                  </a:moveTo>
                  <a:lnTo>
                    <a:pt x="6125" y="4709"/>
                  </a:lnTo>
                  <a:cubicBezTo>
                    <a:pt x="5796" y="4607"/>
                    <a:pt x="5353" y="4512"/>
                    <a:pt x="4848" y="4512"/>
                  </a:cubicBezTo>
                  <a:cubicBezTo>
                    <a:pt x="4367" y="4512"/>
                    <a:pt x="3906" y="4603"/>
                    <a:pt x="3471" y="4773"/>
                  </a:cubicBezTo>
                  <a:lnTo>
                    <a:pt x="3471" y="743"/>
                  </a:lnTo>
                  <a:cubicBezTo>
                    <a:pt x="3561" y="699"/>
                    <a:pt x="4174" y="409"/>
                    <a:pt x="4956" y="409"/>
                  </a:cubicBezTo>
                  <a:cubicBezTo>
                    <a:pt x="5369" y="409"/>
                    <a:pt x="5761" y="489"/>
                    <a:pt x="6125" y="648"/>
                  </a:cubicBezTo>
                  <a:close/>
                  <a:moveTo>
                    <a:pt x="408" y="648"/>
                  </a:moveTo>
                  <a:cubicBezTo>
                    <a:pt x="618" y="557"/>
                    <a:pt x="837" y="494"/>
                    <a:pt x="1064" y="455"/>
                  </a:cubicBezTo>
                  <a:lnTo>
                    <a:pt x="1064" y="2495"/>
                  </a:lnTo>
                  <a:lnTo>
                    <a:pt x="1757" y="1879"/>
                  </a:lnTo>
                  <a:lnTo>
                    <a:pt x="2387" y="2495"/>
                  </a:lnTo>
                  <a:lnTo>
                    <a:pt x="2387" y="508"/>
                  </a:lnTo>
                  <a:cubicBezTo>
                    <a:pt x="2756" y="597"/>
                    <a:pt x="3009" y="717"/>
                    <a:pt x="3063" y="743"/>
                  </a:cubicBezTo>
                  <a:lnTo>
                    <a:pt x="3063" y="4773"/>
                  </a:lnTo>
                  <a:cubicBezTo>
                    <a:pt x="2627" y="4603"/>
                    <a:pt x="2167" y="4512"/>
                    <a:pt x="1685" y="4512"/>
                  </a:cubicBezTo>
                  <a:cubicBezTo>
                    <a:pt x="1181" y="4512"/>
                    <a:pt x="737" y="4607"/>
                    <a:pt x="408" y="4709"/>
                  </a:cubicBezTo>
                  <a:lnTo>
                    <a:pt x="408" y="6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777910" y="3617082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77909" y="3924859"/>
            <a:ext cx="1724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111867" y="3617082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111866" y="3924859"/>
            <a:ext cx="1724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445824" y="3617082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445823" y="3924859"/>
            <a:ext cx="1724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779781" y="3617082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779780" y="3924859"/>
            <a:ext cx="1724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65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三角形 1"/>
          <p:cNvSpPr/>
          <p:nvPr/>
        </p:nvSpPr>
        <p:spPr>
          <a:xfrm>
            <a:off x="2433051" y="2275142"/>
            <a:ext cx="1177934" cy="1015460"/>
          </a:xfrm>
          <a:prstGeom prst="triangl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807439" y="278287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>
                <a:latin typeface="Heiti SC Light" charset="-122"/>
                <a:ea typeface="Heiti SC Light" charset="-122"/>
                <a:cs typeface="Heiti SC Light" charset="-122"/>
              </a:rPr>
              <a:t>01</a:t>
            </a:r>
            <a:endParaRPr kumimoji="1" lang="zh-CN" altLang="en-US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4" name="三角形 3"/>
          <p:cNvSpPr/>
          <p:nvPr/>
        </p:nvSpPr>
        <p:spPr>
          <a:xfrm>
            <a:off x="5507033" y="2275142"/>
            <a:ext cx="1177934" cy="1015460"/>
          </a:xfrm>
          <a:prstGeom prst="triangl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881421" y="278287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>
                <a:latin typeface="Heiti SC Light" charset="-122"/>
                <a:ea typeface="Heiti SC Light" charset="-122"/>
                <a:cs typeface="Heiti SC Light" charset="-122"/>
              </a:rPr>
              <a:t>02</a:t>
            </a:r>
            <a:endParaRPr kumimoji="1" lang="zh-CN" altLang="en-US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6" name="三角形 5"/>
          <p:cNvSpPr/>
          <p:nvPr/>
        </p:nvSpPr>
        <p:spPr>
          <a:xfrm>
            <a:off x="8581015" y="2275142"/>
            <a:ext cx="1177934" cy="1015460"/>
          </a:xfrm>
          <a:prstGeom prst="triangl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955403" y="278287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>
                <a:latin typeface="Heiti SC Light" charset="-122"/>
                <a:ea typeface="Heiti SC Light" charset="-122"/>
                <a:cs typeface="Heiti SC Light" charset="-122"/>
              </a:rPr>
              <a:t>03</a:t>
            </a:r>
            <a:endParaRPr kumimoji="1" lang="zh-CN" altLang="en-US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90099" y="3659934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88164" y="3967711"/>
            <a:ext cx="2727947" cy="438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33961" y="3659934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32026" y="3967711"/>
            <a:ext cx="2727947" cy="438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77823" y="3659934"/>
            <a:ext cx="1724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spc="300" dirty="0" smtClean="0"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75888" y="3967711"/>
            <a:ext cx="2727947" cy="438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606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18516" y="2210124"/>
            <a:ext cx="1124262" cy="4706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805122" y="2222600"/>
            <a:ext cx="581756" cy="470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400" dirty="0" smtClean="0">
                <a:solidFill>
                  <a:schemeClr val="bg1"/>
                </a:solidFill>
                <a:latin typeface="Heiti SC Light" charset="-122"/>
                <a:ea typeface="Heiti SC Light" charset="-122"/>
                <a:cs typeface="Heiti SC Light" charset="-122"/>
              </a:rPr>
              <a:t>03</a:t>
            </a:r>
            <a:endParaRPr kumimoji="1" lang="zh-CN" altLang="en-US" sz="2400" dirty="0">
              <a:solidFill>
                <a:schemeClr val="bg1"/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410372" y="3073860"/>
            <a:ext cx="3340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2000" spc="300" dirty="0" smtClean="0">
                <a:latin typeface="Heiti SC Light" charset="-122"/>
                <a:ea typeface="Heiti SC Light" charset="-122"/>
                <a:cs typeface="Heiti SC Light" charset="-122"/>
              </a:rPr>
              <a:t>单击输入您的标题</a:t>
            </a:r>
            <a:endParaRPr kumimoji="1" lang="zh-CN" altLang="en-US" sz="20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90566" y="3643248"/>
            <a:ext cx="578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FusceLorem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endParaRPr lang="en-US" altLang="zh-CN" sz="80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858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7">
            <a:extLst>
              <a:ext uri="{FF2B5EF4-FFF2-40B4-BE49-F238E27FC236}">
                <a16:creationId xmlns="" xmlns:a16="http://schemas.microsoft.com/office/drawing/2014/main" id="{ED0A5799-896A-42A8-9ECA-1D60F1C7D4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4314614"/>
              </p:ext>
            </p:extLst>
          </p:nvPr>
        </p:nvGraphicFramePr>
        <p:xfrm>
          <a:off x="1170431" y="1931430"/>
          <a:ext cx="3813787" cy="29941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6">
            <a:extLst>
              <a:ext uri="{FF2B5EF4-FFF2-40B4-BE49-F238E27FC236}">
                <a16:creationId xmlns="" xmlns:a16="http://schemas.microsoft.com/office/drawing/2014/main" id="{A11CB9B9-D1DF-4A8B-9FC8-A95E844A7F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8970902"/>
              </p:ext>
            </p:extLst>
          </p:nvPr>
        </p:nvGraphicFramePr>
        <p:xfrm>
          <a:off x="7173291" y="1931431"/>
          <a:ext cx="3775125" cy="2993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4" name="5">
            <a:extLst>
              <a:ext uri="{FF2B5EF4-FFF2-40B4-BE49-F238E27FC236}">
                <a16:creationId xmlns="" xmlns:a16="http://schemas.microsoft.com/office/drawing/2014/main" id="{EE09A573-49D9-4BB2-89B9-8AFAE3B5E70E}"/>
              </a:ext>
            </a:extLst>
          </p:cNvPr>
          <p:cNvCxnSpPr/>
          <p:nvPr/>
        </p:nvCxnSpPr>
        <p:spPr>
          <a:xfrm rot="5400000">
            <a:off x="4330700" y="3146567"/>
            <a:ext cx="3556000" cy="211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4">
            <a:extLst>
              <a:ext uri="{FF2B5EF4-FFF2-40B4-BE49-F238E27FC236}">
                <a16:creationId xmlns="" xmlns:a16="http://schemas.microsoft.com/office/drawing/2014/main" id="{BA10A1B9-9943-47EE-8CC5-973D92C03686}"/>
              </a:ext>
            </a:extLst>
          </p:cNvPr>
          <p:cNvSpPr txBox="1">
            <a:spLocks/>
          </p:cNvSpPr>
          <p:nvPr/>
        </p:nvSpPr>
        <p:spPr>
          <a:xfrm>
            <a:off x="4163480" y="5055632"/>
            <a:ext cx="820738" cy="492443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en-US" sz="3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35%</a:t>
            </a:r>
          </a:p>
        </p:txBody>
      </p:sp>
      <p:sp>
        <p:nvSpPr>
          <p:cNvPr id="6" name="2">
            <a:extLst>
              <a:ext uri="{FF2B5EF4-FFF2-40B4-BE49-F238E27FC236}">
                <a16:creationId xmlns="" xmlns:a16="http://schemas.microsoft.com/office/drawing/2014/main" id="{1F330C93-E508-48C1-95A7-140C16C89562}"/>
              </a:ext>
            </a:extLst>
          </p:cNvPr>
          <p:cNvSpPr txBox="1">
            <a:spLocks/>
          </p:cNvSpPr>
          <p:nvPr/>
        </p:nvSpPr>
        <p:spPr>
          <a:xfrm>
            <a:off x="7264399" y="5055632"/>
            <a:ext cx="820738" cy="492443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en-US" sz="3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65%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09862" y="4924567"/>
            <a:ext cx="30707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 algn="r"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Lorem ipsum dolor sit </a:t>
            </a:r>
            <a:r>
              <a:rPr lang="en-US" altLang="zh-CN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36790" y="4924567"/>
            <a:ext cx="30707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Lorem ipsum dolor sit </a:t>
            </a:r>
            <a:r>
              <a:rPr lang="en-US" altLang="zh-CN" sz="1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348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950728" y="1953470"/>
            <a:ext cx="278233" cy="278320"/>
            <a:chOff x="1066800" y="2209799"/>
            <a:chExt cx="315279" cy="315280"/>
          </a:xfrm>
        </p:grpSpPr>
        <p:sp>
          <p:nvSpPr>
            <p:cNvPr id="3" name="Shape 796"/>
            <p:cNvSpPr/>
            <p:nvPr/>
          </p:nvSpPr>
          <p:spPr>
            <a:xfrm>
              <a:off x="1066800" y="2209799"/>
              <a:ext cx="315279" cy="315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defTabSz="685783">
                <a:defRPr/>
              </a:pPr>
              <a:endParaRPr>
                <a:latin typeface="+mn-lt"/>
              </a:endParaRPr>
            </a:p>
          </p:txBody>
        </p:sp>
        <p:sp>
          <p:nvSpPr>
            <p:cNvPr id="4" name="Shape 797"/>
            <p:cNvSpPr>
              <a:spLocks/>
            </p:cNvSpPr>
            <p:nvPr/>
          </p:nvSpPr>
          <p:spPr bwMode="auto">
            <a:xfrm>
              <a:off x="1139147" y="2295483"/>
              <a:ext cx="170585" cy="143910"/>
            </a:xfrm>
            <a:custGeom>
              <a:avLst/>
              <a:gdLst>
                <a:gd name="T0" fmla="*/ 85293 w 21600"/>
                <a:gd name="T1" fmla="*/ 71955 h 21600"/>
                <a:gd name="T2" fmla="*/ 85293 w 21600"/>
                <a:gd name="T3" fmla="*/ 71955 h 21600"/>
                <a:gd name="T4" fmla="*/ 85293 w 21600"/>
                <a:gd name="T5" fmla="*/ 71955 h 21600"/>
                <a:gd name="T6" fmla="*/ 85293 w 21600"/>
                <a:gd name="T7" fmla="*/ 7195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14435"/>
                  </a:moveTo>
                  <a:lnTo>
                    <a:pt x="5244" y="21600"/>
                  </a:lnTo>
                  <a:lnTo>
                    <a:pt x="21422" y="1264"/>
                  </a:lnTo>
                  <a:lnTo>
                    <a:pt x="21600" y="0"/>
                  </a:lnTo>
                  <a:lnTo>
                    <a:pt x="5867" y="14435"/>
                  </a:lnTo>
                  <a:lnTo>
                    <a:pt x="0" y="8429"/>
                  </a:lnTo>
                  <a:lnTo>
                    <a:pt x="0" y="14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6737861" y="1953470"/>
            <a:ext cx="278233" cy="278320"/>
            <a:chOff x="4645616" y="2209799"/>
            <a:chExt cx="315279" cy="315280"/>
          </a:xfrm>
        </p:grpSpPr>
        <p:sp>
          <p:nvSpPr>
            <p:cNvPr id="6" name="Shape 801"/>
            <p:cNvSpPr/>
            <p:nvPr/>
          </p:nvSpPr>
          <p:spPr>
            <a:xfrm>
              <a:off x="4645616" y="2209799"/>
              <a:ext cx="315279" cy="315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defTabSz="685783">
                <a:defRPr/>
              </a:pPr>
              <a:endParaRPr>
                <a:latin typeface="+mn-lt"/>
              </a:endParaRPr>
            </a:p>
          </p:txBody>
        </p:sp>
        <p:sp>
          <p:nvSpPr>
            <p:cNvPr id="7" name="Shape 802"/>
            <p:cNvSpPr>
              <a:spLocks/>
            </p:cNvSpPr>
            <p:nvPr/>
          </p:nvSpPr>
          <p:spPr bwMode="auto">
            <a:xfrm>
              <a:off x="4717963" y="2295483"/>
              <a:ext cx="170585" cy="143910"/>
            </a:xfrm>
            <a:custGeom>
              <a:avLst/>
              <a:gdLst>
                <a:gd name="T0" fmla="*/ 85293 w 21600"/>
                <a:gd name="T1" fmla="*/ 71955 h 21600"/>
                <a:gd name="T2" fmla="*/ 85293 w 21600"/>
                <a:gd name="T3" fmla="*/ 71955 h 21600"/>
                <a:gd name="T4" fmla="*/ 85293 w 21600"/>
                <a:gd name="T5" fmla="*/ 71955 h 21600"/>
                <a:gd name="T6" fmla="*/ 85293 w 21600"/>
                <a:gd name="T7" fmla="*/ 7195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14435"/>
                  </a:moveTo>
                  <a:lnTo>
                    <a:pt x="5244" y="21600"/>
                  </a:lnTo>
                  <a:lnTo>
                    <a:pt x="21422" y="1264"/>
                  </a:lnTo>
                  <a:lnTo>
                    <a:pt x="21600" y="0"/>
                  </a:lnTo>
                  <a:lnTo>
                    <a:pt x="5867" y="14435"/>
                  </a:lnTo>
                  <a:lnTo>
                    <a:pt x="0" y="8429"/>
                  </a:lnTo>
                  <a:lnTo>
                    <a:pt x="0" y="14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1950728" y="3233182"/>
            <a:ext cx="278233" cy="278319"/>
            <a:chOff x="1066800" y="3675945"/>
            <a:chExt cx="315279" cy="315279"/>
          </a:xfrm>
        </p:grpSpPr>
        <p:sp>
          <p:nvSpPr>
            <p:cNvPr id="9" name="Shape 811"/>
            <p:cNvSpPr/>
            <p:nvPr/>
          </p:nvSpPr>
          <p:spPr>
            <a:xfrm>
              <a:off x="1066800" y="3675945"/>
              <a:ext cx="315279" cy="315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defTabSz="685783">
                <a:defRPr/>
              </a:pPr>
              <a:endParaRPr>
                <a:latin typeface="+mn-lt"/>
              </a:endParaRPr>
            </a:p>
          </p:txBody>
        </p:sp>
        <p:sp>
          <p:nvSpPr>
            <p:cNvPr id="10" name="Shape 812"/>
            <p:cNvSpPr>
              <a:spLocks/>
            </p:cNvSpPr>
            <p:nvPr/>
          </p:nvSpPr>
          <p:spPr bwMode="auto">
            <a:xfrm>
              <a:off x="1139147" y="3761629"/>
              <a:ext cx="170585" cy="143910"/>
            </a:xfrm>
            <a:custGeom>
              <a:avLst/>
              <a:gdLst>
                <a:gd name="T0" fmla="*/ 85293 w 21600"/>
                <a:gd name="T1" fmla="*/ 71955 h 21600"/>
                <a:gd name="T2" fmla="*/ 85293 w 21600"/>
                <a:gd name="T3" fmla="*/ 71955 h 21600"/>
                <a:gd name="T4" fmla="*/ 85293 w 21600"/>
                <a:gd name="T5" fmla="*/ 71955 h 21600"/>
                <a:gd name="T6" fmla="*/ 85293 w 21600"/>
                <a:gd name="T7" fmla="*/ 7195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14435"/>
                  </a:moveTo>
                  <a:lnTo>
                    <a:pt x="5244" y="21600"/>
                  </a:lnTo>
                  <a:lnTo>
                    <a:pt x="21422" y="1264"/>
                  </a:lnTo>
                  <a:lnTo>
                    <a:pt x="21600" y="0"/>
                  </a:lnTo>
                  <a:lnTo>
                    <a:pt x="5867" y="14435"/>
                  </a:lnTo>
                  <a:lnTo>
                    <a:pt x="0" y="8429"/>
                  </a:lnTo>
                  <a:lnTo>
                    <a:pt x="0" y="14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11" name="Group 13"/>
          <p:cNvGrpSpPr>
            <a:grpSpLocks/>
          </p:cNvGrpSpPr>
          <p:nvPr/>
        </p:nvGrpSpPr>
        <p:grpSpPr bwMode="auto">
          <a:xfrm>
            <a:off x="6737861" y="3233182"/>
            <a:ext cx="278233" cy="278319"/>
            <a:chOff x="4645616" y="3675945"/>
            <a:chExt cx="315279" cy="315279"/>
          </a:xfrm>
        </p:grpSpPr>
        <p:sp>
          <p:nvSpPr>
            <p:cNvPr id="12" name="Shape 816"/>
            <p:cNvSpPr/>
            <p:nvPr/>
          </p:nvSpPr>
          <p:spPr>
            <a:xfrm>
              <a:off x="4645616" y="3675945"/>
              <a:ext cx="315279" cy="315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defTabSz="685783">
                <a:defRPr/>
              </a:pPr>
              <a:endParaRPr>
                <a:latin typeface="+mn-lt"/>
              </a:endParaRPr>
            </a:p>
          </p:txBody>
        </p:sp>
        <p:sp>
          <p:nvSpPr>
            <p:cNvPr id="13" name="Shape 817"/>
            <p:cNvSpPr>
              <a:spLocks/>
            </p:cNvSpPr>
            <p:nvPr/>
          </p:nvSpPr>
          <p:spPr bwMode="auto">
            <a:xfrm>
              <a:off x="4717963" y="3761629"/>
              <a:ext cx="170585" cy="143910"/>
            </a:xfrm>
            <a:custGeom>
              <a:avLst/>
              <a:gdLst>
                <a:gd name="T0" fmla="*/ 85293 w 21600"/>
                <a:gd name="T1" fmla="*/ 71955 h 21600"/>
                <a:gd name="T2" fmla="*/ 85293 w 21600"/>
                <a:gd name="T3" fmla="*/ 71955 h 21600"/>
                <a:gd name="T4" fmla="*/ 85293 w 21600"/>
                <a:gd name="T5" fmla="*/ 71955 h 21600"/>
                <a:gd name="T6" fmla="*/ 85293 w 21600"/>
                <a:gd name="T7" fmla="*/ 7195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14435"/>
                  </a:moveTo>
                  <a:lnTo>
                    <a:pt x="5244" y="21600"/>
                  </a:lnTo>
                  <a:lnTo>
                    <a:pt x="21422" y="1264"/>
                  </a:lnTo>
                  <a:lnTo>
                    <a:pt x="21600" y="0"/>
                  </a:lnTo>
                  <a:lnTo>
                    <a:pt x="5867" y="14435"/>
                  </a:lnTo>
                  <a:lnTo>
                    <a:pt x="0" y="8429"/>
                  </a:lnTo>
                  <a:lnTo>
                    <a:pt x="0" y="14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14" name="Group 19"/>
          <p:cNvGrpSpPr>
            <a:grpSpLocks/>
          </p:cNvGrpSpPr>
          <p:nvPr/>
        </p:nvGrpSpPr>
        <p:grpSpPr bwMode="auto">
          <a:xfrm>
            <a:off x="1950728" y="4580022"/>
            <a:ext cx="278233" cy="278320"/>
            <a:chOff x="1066800" y="5218290"/>
            <a:chExt cx="315279" cy="315280"/>
          </a:xfrm>
        </p:grpSpPr>
        <p:sp>
          <p:nvSpPr>
            <p:cNvPr id="15" name="Shape 826"/>
            <p:cNvSpPr/>
            <p:nvPr/>
          </p:nvSpPr>
          <p:spPr>
            <a:xfrm>
              <a:off x="1066800" y="5218290"/>
              <a:ext cx="315279" cy="315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defTabSz="685783">
                <a:defRPr/>
              </a:pPr>
              <a:endParaRPr>
                <a:latin typeface="+mn-lt"/>
              </a:endParaRPr>
            </a:p>
          </p:txBody>
        </p:sp>
        <p:sp>
          <p:nvSpPr>
            <p:cNvPr id="16" name="Shape 827"/>
            <p:cNvSpPr>
              <a:spLocks/>
            </p:cNvSpPr>
            <p:nvPr/>
          </p:nvSpPr>
          <p:spPr bwMode="auto">
            <a:xfrm>
              <a:off x="1139147" y="5303975"/>
              <a:ext cx="170585" cy="143909"/>
            </a:xfrm>
            <a:custGeom>
              <a:avLst/>
              <a:gdLst>
                <a:gd name="T0" fmla="*/ 85293 w 21600"/>
                <a:gd name="T1" fmla="*/ 71955 h 21600"/>
                <a:gd name="T2" fmla="*/ 85293 w 21600"/>
                <a:gd name="T3" fmla="*/ 71955 h 21600"/>
                <a:gd name="T4" fmla="*/ 85293 w 21600"/>
                <a:gd name="T5" fmla="*/ 71955 h 21600"/>
                <a:gd name="T6" fmla="*/ 85293 w 21600"/>
                <a:gd name="T7" fmla="*/ 7195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14435"/>
                  </a:moveTo>
                  <a:lnTo>
                    <a:pt x="5244" y="21600"/>
                  </a:lnTo>
                  <a:lnTo>
                    <a:pt x="21422" y="1264"/>
                  </a:lnTo>
                  <a:lnTo>
                    <a:pt x="21600" y="0"/>
                  </a:lnTo>
                  <a:lnTo>
                    <a:pt x="5867" y="14435"/>
                  </a:lnTo>
                  <a:lnTo>
                    <a:pt x="0" y="8429"/>
                  </a:lnTo>
                  <a:lnTo>
                    <a:pt x="0" y="14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17" name="Group 22"/>
          <p:cNvGrpSpPr>
            <a:grpSpLocks/>
          </p:cNvGrpSpPr>
          <p:nvPr/>
        </p:nvGrpSpPr>
        <p:grpSpPr bwMode="auto">
          <a:xfrm>
            <a:off x="6737861" y="4580022"/>
            <a:ext cx="278233" cy="278320"/>
            <a:chOff x="4645616" y="5218290"/>
            <a:chExt cx="315279" cy="315280"/>
          </a:xfrm>
        </p:grpSpPr>
        <p:sp>
          <p:nvSpPr>
            <p:cNvPr id="18" name="Shape 831"/>
            <p:cNvSpPr/>
            <p:nvPr/>
          </p:nvSpPr>
          <p:spPr>
            <a:xfrm>
              <a:off x="4645616" y="5218290"/>
              <a:ext cx="315279" cy="315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defTabSz="685783">
                <a:defRPr/>
              </a:pPr>
              <a:endParaRPr>
                <a:latin typeface="+mn-lt"/>
              </a:endParaRPr>
            </a:p>
          </p:txBody>
        </p:sp>
        <p:sp>
          <p:nvSpPr>
            <p:cNvPr id="19" name="Shape 832"/>
            <p:cNvSpPr>
              <a:spLocks/>
            </p:cNvSpPr>
            <p:nvPr/>
          </p:nvSpPr>
          <p:spPr bwMode="auto">
            <a:xfrm>
              <a:off x="4717963" y="5303975"/>
              <a:ext cx="170585" cy="143909"/>
            </a:xfrm>
            <a:custGeom>
              <a:avLst/>
              <a:gdLst>
                <a:gd name="T0" fmla="*/ 85293 w 21600"/>
                <a:gd name="T1" fmla="*/ 71955 h 21600"/>
                <a:gd name="T2" fmla="*/ 85293 w 21600"/>
                <a:gd name="T3" fmla="*/ 71955 h 21600"/>
                <a:gd name="T4" fmla="*/ 85293 w 21600"/>
                <a:gd name="T5" fmla="*/ 71955 h 21600"/>
                <a:gd name="T6" fmla="*/ 85293 w 21600"/>
                <a:gd name="T7" fmla="*/ 7195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14435"/>
                  </a:moveTo>
                  <a:lnTo>
                    <a:pt x="5244" y="21600"/>
                  </a:lnTo>
                  <a:lnTo>
                    <a:pt x="21422" y="1264"/>
                  </a:lnTo>
                  <a:lnTo>
                    <a:pt x="21600" y="0"/>
                  </a:lnTo>
                  <a:lnTo>
                    <a:pt x="5867" y="14435"/>
                  </a:lnTo>
                  <a:lnTo>
                    <a:pt x="0" y="8429"/>
                  </a:lnTo>
                  <a:lnTo>
                    <a:pt x="0" y="14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2445247" y="2062654"/>
            <a:ext cx="3314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439719" y="1800637"/>
            <a:ext cx="1063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195405" y="2062654"/>
            <a:ext cx="3314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189877" y="1800637"/>
            <a:ext cx="1063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445247" y="3308821"/>
            <a:ext cx="3314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439719" y="3046804"/>
            <a:ext cx="1063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195405" y="3308821"/>
            <a:ext cx="3314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189877" y="3046804"/>
            <a:ext cx="1063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445247" y="4554988"/>
            <a:ext cx="3314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439719" y="4292971"/>
            <a:ext cx="1063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195405" y="4554988"/>
            <a:ext cx="3314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189877" y="4292971"/>
            <a:ext cx="1063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118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18516" y="2210124"/>
            <a:ext cx="1124262" cy="4706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805122" y="2222600"/>
            <a:ext cx="581756" cy="470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400" dirty="0" smtClean="0">
                <a:solidFill>
                  <a:schemeClr val="bg1"/>
                </a:solidFill>
                <a:latin typeface="Heiti SC Light" charset="-122"/>
                <a:ea typeface="Heiti SC Light" charset="-122"/>
                <a:cs typeface="Heiti SC Light" charset="-122"/>
              </a:rPr>
              <a:t>04</a:t>
            </a:r>
            <a:endParaRPr kumimoji="1" lang="zh-CN" altLang="en-US" sz="2400" dirty="0">
              <a:solidFill>
                <a:schemeClr val="bg1"/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410372" y="3073860"/>
            <a:ext cx="3340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2000" spc="300" dirty="0" smtClean="0">
                <a:latin typeface="Heiti SC Light" charset="-122"/>
                <a:ea typeface="Heiti SC Light" charset="-122"/>
                <a:cs typeface="Heiti SC Light" charset="-122"/>
              </a:rPr>
              <a:t>单击输入您的标题</a:t>
            </a:r>
            <a:endParaRPr kumimoji="1" lang="zh-CN" altLang="en-US" sz="2000" spc="3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90566" y="3643248"/>
            <a:ext cx="578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FusceLorem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ipsum dolor sit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endParaRPr lang="en-US" altLang="zh-CN" sz="80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massa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</a:t>
            </a:r>
            <a:r>
              <a:rPr lang="en-US" altLang="zh-CN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Fusce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224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509397" y="1552059"/>
            <a:ext cx="3642151" cy="3643496"/>
          </a:xfrm>
          <a:prstGeom prst="ellipse">
            <a:avLst/>
          </a:prstGeom>
          <a:blipFill>
            <a:blip r:embed="rId2">
              <a:grayscl/>
            </a:blip>
            <a:srcRect/>
            <a:stretch>
              <a:fillRect l="-24310" r="-2406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3380" y="1973450"/>
            <a:ext cx="45719" cy="57320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223380" y="3265702"/>
            <a:ext cx="45719" cy="57320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223380" y="4557954"/>
            <a:ext cx="45719" cy="57320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463455" y="2114169"/>
            <a:ext cx="3314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57927" y="1852152"/>
            <a:ext cx="1063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63455" y="3364605"/>
            <a:ext cx="3314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57927" y="3102588"/>
            <a:ext cx="1063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63455" y="4615041"/>
            <a:ext cx="3314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57927" y="4353024"/>
            <a:ext cx="1063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501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925726" y="2890830"/>
            <a:ext cx="2140707" cy="2140707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1254834" y="3721182"/>
            <a:ext cx="1482490" cy="89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7843" y="3457480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662632" y="1820477"/>
            <a:ext cx="2140707" cy="2140707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3991741" y="2650829"/>
            <a:ext cx="1482490" cy="89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64749" y="2387127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501017" y="2650829"/>
            <a:ext cx="2140707" cy="2140707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9" name="文本框 8"/>
          <p:cNvSpPr txBox="1"/>
          <p:nvPr/>
        </p:nvSpPr>
        <p:spPr>
          <a:xfrm>
            <a:off x="6830125" y="3481182"/>
            <a:ext cx="1482490" cy="89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03134" y="3217479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9243841" y="1593773"/>
            <a:ext cx="2140707" cy="2140707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3" name="文本框 12"/>
          <p:cNvSpPr txBox="1"/>
          <p:nvPr/>
        </p:nvSpPr>
        <p:spPr>
          <a:xfrm>
            <a:off x="9572949" y="2424126"/>
            <a:ext cx="1482490" cy="89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FZSuXinShiLiuKaiS-R-GB" charset="-122"/>
                <a:ea typeface="FZSuXinShiLiuKaiS-R-GB" charset="-122"/>
                <a:cs typeface="FZSuXinShiLiuKaiS-R-GB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 ipsum dolor sit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amet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,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consectetuer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adipiscing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elit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. Maecenas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porttitor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congue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 </a:t>
            </a:r>
            <a:r>
              <a:rPr lang="en-US" altLang="zh-CN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charset="-122"/>
                <a:ea typeface="Microsoft YaHei Light" charset="-122"/>
                <a:cs typeface="Microsoft YaHei Light" charset="-122"/>
              </a:rPr>
              <a:t>Lorem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charset="-122"/>
              <a:ea typeface="Microsoft YaHei Light" charset="-122"/>
              <a:cs typeface="Microsoft YaHei Light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845958" y="2160423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KEYWORD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366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三角形 1"/>
          <p:cNvSpPr/>
          <p:nvPr/>
        </p:nvSpPr>
        <p:spPr>
          <a:xfrm>
            <a:off x="1314268" y="1524714"/>
            <a:ext cx="3814762" cy="3288588"/>
          </a:xfrm>
          <a:prstGeom prst="triangle">
            <a:avLst/>
          </a:prstGeom>
          <a:noFill/>
          <a:ln>
            <a:solidFill>
              <a:srgbClr val="627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grpSp>
        <p:nvGrpSpPr>
          <p:cNvPr id="3" name="组 2"/>
          <p:cNvGrpSpPr/>
          <p:nvPr/>
        </p:nvGrpSpPr>
        <p:grpSpPr>
          <a:xfrm rot="3600000">
            <a:off x="3184198" y="3026134"/>
            <a:ext cx="2013239" cy="285750"/>
            <a:chOff x="6429375" y="2686050"/>
            <a:chExt cx="2214563" cy="285750"/>
          </a:xfrm>
        </p:grpSpPr>
        <p:sp>
          <p:nvSpPr>
            <p:cNvPr id="4" name="矩形 3"/>
            <p:cNvSpPr/>
            <p:nvPr/>
          </p:nvSpPr>
          <p:spPr>
            <a:xfrm>
              <a:off x="6429375" y="2686050"/>
              <a:ext cx="2214563" cy="2857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latin typeface="Heiti SC Light" charset="-122"/>
                <a:ea typeface="Heiti SC Light" charset="-122"/>
                <a:cs typeface="Heiti SC Light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700837" y="2702495"/>
              <a:ext cx="16716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kumimoji="1" lang="en-US" altLang="zh-CN" sz="1100" smtClean="0">
                  <a:solidFill>
                    <a:schemeClr val="bg1"/>
                  </a:solidFill>
                  <a:latin typeface="Heiti SC Light" charset="-122"/>
                  <a:ea typeface="Heiti SC Light" charset="-122"/>
                  <a:cs typeface="Heiti SC Light" charset="-122"/>
                </a:rPr>
                <a:t>KEYWORD</a:t>
              </a:r>
              <a:endParaRPr kumimoji="1" lang="zh-CN" altLang="en-US" sz="1100" dirty="0">
                <a:solidFill>
                  <a:schemeClr val="bg1"/>
                </a:solidFill>
                <a:latin typeface="Heiti SC Light" charset="-122"/>
                <a:ea typeface="Heiti SC Light" charset="-122"/>
                <a:cs typeface="Heiti SC Light" charset="-122"/>
              </a:endParaRPr>
            </a:p>
          </p:txBody>
        </p:sp>
      </p:grpSp>
      <p:grpSp>
        <p:nvGrpSpPr>
          <p:cNvPr id="6" name="组 5"/>
          <p:cNvGrpSpPr/>
          <p:nvPr/>
        </p:nvGrpSpPr>
        <p:grpSpPr>
          <a:xfrm rot="18000000">
            <a:off x="1238040" y="3026134"/>
            <a:ext cx="2013239" cy="285750"/>
            <a:chOff x="6429375" y="2686050"/>
            <a:chExt cx="2214563" cy="285750"/>
          </a:xfrm>
        </p:grpSpPr>
        <p:sp>
          <p:nvSpPr>
            <p:cNvPr id="7" name="矩形 6"/>
            <p:cNvSpPr/>
            <p:nvPr/>
          </p:nvSpPr>
          <p:spPr>
            <a:xfrm>
              <a:off x="6429375" y="2686050"/>
              <a:ext cx="2214563" cy="2857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latin typeface="Heiti SC Light" charset="-122"/>
                <a:ea typeface="Heiti SC Light" charset="-122"/>
                <a:cs typeface="Heiti SC Light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700837" y="2702495"/>
              <a:ext cx="16716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kumimoji="1" lang="en-US" altLang="zh-CN" sz="1100" smtClean="0">
                  <a:solidFill>
                    <a:schemeClr val="bg1"/>
                  </a:solidFill>
                  <a:latin typeface="Heiti SC Light" charset="-122"/>
                  <a:ea typeface="Heiti SC Light" charset="-122"/>
                  <a:cs typeface="Heiti SC Light" charset="-122"/>
                </a:rPr>
                <a:t>KEYWORD</a:t>
              </a:r>
              <a:endParaRPr kumimoji="1" lang="zh-CN" altLang="en-US" sz="1100" dirty="0">
                <a:solidFill>
                  <a:schemeClr val="bg1"/>
                </a:solidFill>
                <a:latin typeface="Heiti SC Light" charset="-122"/>
                <a:ea typeface="Heiti SC Light" charset="-122"/>
                <a:cs typeface="Heiti SC Light" charset="-122"/>
              </a:endParaRPr>
            </a:p>
          </p:txBody>
        </p:sp>
      </p:grpSp>
      <p:grpSp>
        <p:nvGrpSpPr>
          <p:cNvPr id="9" name="组 8"/>
          <p:cNvGrpSpPr/>
          <p:nvPr/>
        </p:nvGrpSpPr>
        <p:grpSpPr>
          <a:xfrm>
            <a:off x="2173789" y="4636336"/>
            <a:ext cx="2013239" cy="285750"/>
            <a:chOff x="6429375" y="2686050"/>
            <a:chExt cx="2214563" cy="285750"/>
          </a:xfrm>
        </p:grpSpPr>
        <p:sp>
          <p:nvSpPr>
            <p:cNvPr id="10" name="矩形 9"/>
            <p:cNvSpPr/>
            <p:nvPr/>
          </p:nvSpPr>
          <p:spPr>
            <a:xfrm>
              <a:off x="6429375" y="2686050"/>
              <a:ext cx="2214563" cy="2857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latin typeface="Heiti SC Light" charset="-122"/>
                <a:ea typeface="Heiti SC Light" charset="-122"/>
                <a:cs typeface="Heiti SC Light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700837" y="2702495"/>
              <a:ext cx="16716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kumimoji="1" lang="en-US" altLang="zh-CN" sz="1100" smtClean="0">
                  <a:solidFill>
                    <a:schemeClr val="bg1"/>
                  </a:solidFill>
                  <a:latin typeface="Heiti SC Light" charset="-122"/>
                  <a:ea typeface="Heiti SC Light" charset="-122"/>
                  <a:cs typeface="Heiti SC Light" charset="-122"/>
                </a:rPr>
                <a:t>KEYWORD</a:t>
              </a:r>
              <a:endParaRPr kumimoji="1" lang="zh-CN" altLang="en-US" sz="1100" dirty="0">
                <a:solidFill>
                  <a:schemeClr val="bg1"/>
                </a:solidFill>
                <a:latin typeface="Heiti SC Light" charset="-122"/>
                <a:ea typeface="Heiti SC Light" charset="-122"/>
                <a:cs typeface="Heiti SC Light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6001081" y="2152991"/>
            <a:ext cx="24474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627D8C"/>
              </a:buClr>
              <a:buFont typeface="Arial" charset="0"/>
              <a:buChar char="•"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This PPT template for the rice husk designer pencil demo 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works</a:t>
            </a:r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 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This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PPT 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template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FZQingKeBenYueSongS-R-GB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99933" y="3318595"/>
            <a:ext cx="23558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627D8C"/>
              </a:buClr>
              <a:buFont typeface="Arial" charset="0"/>
              <a:buChar char="•"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This PPT template for the rice husk designer pencil demo works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This PPT template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FZQingKeBenYueSongS-R-GB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99934" y="4484199"/>
            <a:ext cx="24202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627D8C"/>
              </a:buClr>
              <a:buFont typeface="Arial" charset="0"/>
              <a:buChar char="•"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This PPT template for the rice husk designer pencil demo works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This PPT template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FZQingKeBenYueSongS-R-GB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668081" y="2152991"/>
            <a:ext cx="23819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627D8C"/>
              </a:buClr>
              <a:buFont typeface="Arial" charset="0"/>
              <a:buChar char="•"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This PPT template for the rice husk designer pencil demo 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works</a:t>
            </a:r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 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This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PPT 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template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FZQingKeBenYueSongS-R-GB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666934" y="3318595"/>
            <a:ext cx="23831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627D8C"/>
              </a:buClr>
              <a:buFont typeface="Arial" charset="0"/>
              <a:buChar char="•"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This PPT template for the rice husk designer pencil demo works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This PPT template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FZQingKeBenYueSongS-R-GB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666934" y="4484199"/>
            <a:ext cx="23831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627D8C"/>
              </a:buClr>
              <a:buFont typeface="Arial" charset="0"/>
              <a:buChar char="•"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This PPT template for the rice husk designer pencil demo works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 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FZQingKeBenYueSongS-R-GB" charset="-122"/>
              </a:rPr>
              <a:t>This PPT template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FZQingKeBenYueSongS-R-GB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77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863547" y="2672433"/>
            <a:ext cx="2464905" cy="598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3200" dirty="0" smtClean="0">
                <a:latin typeface="Heiti SC Light" charset="-122"/>
                <a:ea typeface="Heiti SC Light" charset="-122"/>
                <a:cs typeface="Heiti SC Light" charset="-122"/>
              </a:rPr>
              <a:t>THANKS</a:t>
            </a:r>
            <a:endParaRPr kumimoji="1" lang="zh-CN" altLang="en-US" sz="3200" dirty="0"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45296" y="3712253"/>
            <a:ext cx="5289371" cy="229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30000"/>
              </a:lnSpc>
            </a:pP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BUSSINESS</a:t>
            </a:r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 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iti SC Light" charset="-122"/>
                <a:ea typeface="Heiti SC Light" charset="-122"/>
                <a:cs typeface="Heiti SC Light" charset="-122"/>
              </a:rPr>
              <a:t>POWERPOINT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Heiti SC Light" charset="-122"/>
              <a:ea typeface="Heiti SC Light" charset="-122"/>
              <a:cs typeface="Heiti SC Light" charset="-122"/>
            </a:endParaRPr>
          </a:p>
        </p:txBody>
      </p:sp>
      <p:cxnSp>
        <p:nvCxnSpPr>
          <p:cNvPr id="3" name="直线连接符 2"/>
          <p:cNvCxnSpPr/>
          <p:nvPr/>
        </p:nvCxnSpPr>
        <p:spPr>
          <a:xfrm>
            <a:off x="3256609" y="3429000"/>
            <a:ext cx="567878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575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16265" y="3050605"/>
            <a:ext cx="1943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>
                <a:latin typeface="+mn-ea"/>
                <a:cs typeface="FZQingKeBenYueSongS-R-GB" charset="-122"/>
              </a:rPr>
              <a:t>PPT</a:t>
            </a:r>
            <a:r>
              <a:rPr kumimoji="1" lang="zh-CN" altLang="en-US" dirty="0" smtClean="0">
                <a:latin typeface="+mn-ea"/>
                <a:cs typeface="FZQingKeBenYueSongS-R-GB" charset="-122"/>
              </a:rPr>
              <a:t>中特殊</a:t>
            </a:r>
            <a:r>
              <a:rPr kumimoji="1" lang="zh-CN" altLang="en-US" dirty="0" smtClean="0">
                <a:latin typeface="+mn-ea"/>
                <a:cs typeface="FZQingKeBenYueSongS-R-GB" charset="-122"/>
              </a:rPr>
              <a:t>字体：</a:t>
            </a:r>
            <a:endParaRPr kumimoji="1" lang="zh-CN" altLang="en-US" dirty="0">
              <a:latin typeface="+mn-ea"/>
              <a:cs typeface="FZQingKeBenYueSongS-R-GB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48857" y="2119086"/>
            <a:ext cx="6894286" cy="2336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090" y="2747736"/>
            <a:ext cx="23114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9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1115</Words>
  <Application>Microsoft Macintosh PowerPoint</Application>
  <PresentationFormat>宽屏</PresentationFormat>
  <Paragraphs>121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DengXian</vt:lpstr>
      <vt:lpstr>DengXian Light</vt:lpstr>
      <vt:lpstr>FZQingKeBenYueSongS-R-GB</vt:lpstr>
      <vt:lpstr>Heiti SC Light</vt:lpstr>
      <vt:lpstr>HYShiGuangTiW</vt:lpstr>
      <vt:lpstr>Microsoft YaHei Light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Microsoft Office 用户</cp:lastModifiedBy>
  <cp:revision>20</cp:revision>
  <dcterms:created xsi:type="dcterms:W3CDTF">2019-01-11T04:30:32Z</dcterms:created>
  <dcterms:modified xsi:type="dcterms:W3CDTF">2019-01-11T06:59:00Z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v1.0_mb_eW1a7lTzHphwtrfdc3Xdug==</vt:lpwstr>
  </property>
</Properties>
</file>