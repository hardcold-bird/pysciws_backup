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5"/>
    <p:restoredTop sz="94674"/>
  </p:normalViewPr>
  <p:slideViewPr>
    <p:cSldViewPr snapToGrid="0" snapToObjects="1" showGuides="1">
      <p:cViewPr>
        <p:scale>
          <a:sx n="99" d="100"/>
          <a:sy n="99" d="100"/>
        </p:scale>
        <p:origin x="-24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366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05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29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690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35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885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56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21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597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6891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4117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3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95953" y="2180492"/>
            <a:ext cx="6600093" cy="249701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梯形 6"/>
          <p:cNvSpPr/>
          <p:nvPr/>
        </p:nvSpPr>
        <p:spPr>
          <a:xfrm flipV="1">
            <a:off x="5064209" y="2180491"/>
            <a:ext cx="2063583" cy="269631"/>
          </a:xfrm>
          <a:prstGeom prst="trapezoid">
            <a:avLst>
              <a:gd name="adj" fmla="val 644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279400" dist="762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31095" y="3019047"/>
            <a:ext cx="4717774" cy="598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3200" dirty="0" smtClean="0">
                <a:latin typeface="等线 Light" charset="-122"/>
                <a:ea typeface="等线 Light" charset="-122"/>
                <a:cs typeface="等线 Light" charset="-122"/>
              </a:rPr>
              <a:t>本学期工作汇报</a:t>
            </a:r>
            <a:endParaRPr kumimoji="1" lang="zh-CN" altLang="en-US" sz="32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45296" y="3712253"/>
            <a:ext cx="5289371" cy="229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30000"/>
              </a:lnSpc>
            </a:pP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等线" charset="-122"/>
                <a:ea typeface="等线" charset="-122"/>
                <a:cs typeface="等线" charset="-122"/>
              </a:rPr>
              <a:t>2026-10-15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74595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401320"/>
            <a:ext cx="204000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2000" spc="150">
                <a:latin typeface="Heiti SC Light" charset="-122"/>
                <a:ea typeface="Heiti SC Light" charset="-122"/>
                <a:cs typeface="Heiti SC Light" charset="-122"/>
              </a:rPr>
              <a:t>·AI COMSOL·</a:t>
            </a:r>
          </a:p>
        </p:txBody>
      </p:sp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Picture 6" descr="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5486400" cy="2865801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4233672"/>
            <a:ext cx="54864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>
                <a:solidFill>
                  <a:srgbClr val="3F3F3F"/>
                </a:solidFill>
                <a:latin typeface="等线"/>
                <a:ea typeface="等线"/>
                <a:cs typeface="等线"/>
              </a:rPr>
              <a:t>COMSOL 2027 · MCP Server</a:t>
            </a:r>
          </a:p>
        </p:txBody>
      </p:sp>
      <p:pic>
        <p:nvPicPr>
          <p:cNvPr id="9" name="Picture 8" descr="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99432"/>
            <a:ext cx="5486400" cy="1325461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85800" y="5934456"/>
            <a:ext cx="54864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>
                <a:solidFill>
                  <a:srgbClr val="3F3F3F"/>
                </a:solidFill>
                <a:latin typeface="等线"/>
                <a:ea typeface="等线"/>
                <a:cs typeface="等线"/>
              </a:rPr>
              <a:t>倒计时 · 即将发布</a:t>
            </a:r>
          </a:p>
        </p:txBody>
      </p:sp>
      <p:pic>
        <p:nvPicPr>
          <p:cNvPr id="11" name="Picture 10" descr="repo_wj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62456"/>
            <a:ext cx="4946904" cy="215052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pic>
        <p:nvPicPr>
          <p:cNvPr id="12" name="Picture 11" descr="repo_m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675887"/>
            <a:ext cx="4946904" cy="215052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92240" y="5879592"/>
            <a:ext cx="494690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>
                <a:solidFill>
                  <a:srgbClr val="3F3F3F"/>
                </a:solidFill>
                <a:latin typeface="等线"/>
                <a:ea typeface="等线"/>
                <a:cs typeface="等线"/>
              </a:rPr>
              <a:t>社区先行 · 41 个仓库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549275" y="401320"/>
            <a:ext cx="127381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spc="300" dirty="0">
                <a:latin typeface="Heiti SC Light" charset="-122"/>
                <a:ea typeface="Heiti SC Light" charset="-122"/>
                <a:cs typeface="Heiti SC Light" charset="-122"/>
              </a:rPr>
              <a:t>·pySci·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9275" y="1224915"/>
            <a:ext cx="3042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我创建了一个新项目，用于集中处理前面提到的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任务。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557905" y="187134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NI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数据采集卡（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measure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632193" y="1871888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步进电机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move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27767" y="1871213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扫场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实验平台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Sweep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32" name="直接箭头连接符 31"/>
          <p:cNvCxnSpPr>
            <a:stCxn id="29" idx="3"/>
            <a:endCxn id="31" idx="1"/>
          </p:cNvCxnSpPr>
          <p:nvPr/>
        </p:nvCxnSpPr>
        <p:spPr>
          <a:xfrm>
            <a:off x="5126251" y="2286365"/>
            <a:ext cx="140144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30" idx="1"/>
            <a:endCxn id="31" idx="3"/>
          </p:cNvCxnSpPr>
          <p:nvPr/>
        </p:nvCxnSpPr>
        <p:spPr>
          <a:xfrm flipH="1" flipV="1">
            <a:off x="8095996" y="2286365"/>
            <a:ext cx="1536065" cy="63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169910" y="1826895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MT_API.dll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205730" y="1826260"/>
            <a:ext cx="1242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nidaqmx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包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27678" y="394878"/>
            <a:ext cx="1568186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数据处理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analyze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37" name="直接箭头连接符 36"/>
          <p:cNvCxnSpPr>
            <a:stCxn id="36" idx="2"/>
            <a:endCxn id="31" idx="0"/>
          </p:cNvCxnSpPr>
          <p:nvPr/>
        </p:nvCxnSpPr>
        <p:spPr>
          <a:xfrm>
            <a:off x="7311921" y="1224645"/>
            <a:ext cx="0" cy="64643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128385" y="1256030"/>
            <a:ext cx="2200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numpy	scipy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cxnSp>
        <p:nvCxnSpPr>
          <p:cNvPr id="39" name="直接箭头连接符 38"/>
          <p:cNvCxnSpPr>
            <a:stCxn id="31" idx="2"/>
          </p:cNvCxnSpPr>
          <p:nvPr/>
        </p:nvCxnSpPr>
        <p:spPr>
          <a:xfrm>
            <a:off x="7311921" y="2701020"/>
            <a:ext cx="7620" cy="701040"/>
          </a:xfrm>
          <a:prstGeom prst="straightConnector1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triangle" w="med" len="med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527800" y="3402330"/>
            <a:ext cx="1583690" cy="895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Coding Agent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pySci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5653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文档的管理与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写作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6459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文献调研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21056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科研绘图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30250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理论计算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48470" y="5337175"/>
            <a:ext cx="1568450" cy="8299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comsol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仿真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python-mph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cxnSp>
        <p:nvCxnSpPr>
          <p:cNvPr id="47" name="肘形连接符 46"/>
          <p:cNvCxnSpPr>
            <a:stCxn id="40" idx="2"/>
            <a:endCxn id="43" idx="0"/>
          </p:cNvCxnSpPr>
          <p:nvPr/>
        </p:nvCxnSpPr>
        <p:spPr>
          <a:xfrm rot="5400000">
            <a:off x="4114800" y="2131695"/>
            <a:ext cx="1039495" cy="53708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0" idx="2"/>
            <a:endCxn id="45" idx="0"/>
          </p:cNvCxnSpPr>
          <p:nvPr/>
        </p:nvCxnSpPr>
        <p:spPr>
          <a:xfrm rot="5400000" flipV="1">
            <a:off x="7183755" y="4433570"/>
            <a:ext cx="1039495" cy="7670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40" idx="2"/>
            <a:endCxn id="46" idx="0"/>
          </p:cNvCxnSpPr>
          <p:nvPr/>
        </p:nvCxnSpPr>
        <p:spPr>
          <a:xfrm rot="5400000" flipV="1">
            <a:off x="8206740" y="3410585"/>
            <a:ext cx="1039495" cy="28130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40" idx="2"/>
            <a:endCxn id="42" idx="0"/>
          </p:cNvCxnSpPr>
          <p:nvPr/>
        </p:nvCxnSpPr>
        <p:spPr>
          <a:xfrm rot="5400000">
            <a:off x="6160770" y="4177665"/>
            <a:ext cx="1039495" cy="12788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40" idx="2"/>
            <a:endCxn id="44" idx="0"/>
          </p:cNvCxnSpPr>
          <p:nvPr/>
        </p:nvCxnSpPr>
        <p:spPr>
          <a:xfrm rot="5400000">
            <a:off x="5137785" y="3154680"/>
            <a:ext cx="1039495" cy="33248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page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page5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401320"/>
            <a:ext cx="330454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2000" spc="150">
                <a:latin typeface="Heiti SC Light" charset="-122"/>
                <a:ea typeface="Heiti SC Light" charset="-122"/>
                <a:cs typeface="Heiti SC Light" charset="-122"/>
              </a:rPr>
              <a:t>·pySci 与 Agent Loop·</a:t>
            </a:r>
          </a:p>
        </p:txBody>
      </p:sp>
      <p:sp>
        <p:nvSpPr>
          <p:cNvPr id="6" name="矩形 5"/>
          <p:cNvSpPr/>
          <p:nvPr/>
        </p:nvSpPr>
        <p:spPr>
          <a:xfrm>
            <a:off x="549057" y="1225062"/>
            <a:ext cx="11027591" cy="52318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Picture 6" descr="pysci_vs_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362456"/>
            <a:ext cx="9912096" cy="4956048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page7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4863547" y="2672433"/>
            <a:ext cx="2464905" cy="598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3200" dirty="0" smtClean="0">
                <a:latin typeface="Heiti SC Light" charset="-122"/>
                <a:ea typeface="Heiti SC Light" charset="-122"/>
                <a:cs typeface="Heiti SC Light" charset="-122"/>
              </a:rPr>
              <a:t>THANKS</a:t>
            </a:r>
            <a:endParaRPr kumimoji="1" lang="zh-CN" altLang="en-US" sz="32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45296" y="3712253"/>
            <a:ext cx="5289371" cy="229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30000"/>
              </a:lnSpc>
            </a:pP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BUSSINESS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POWERPOINT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cxnSp>
        <p:nvCxnSpPr>
          <p:cNvPr id="3" name="直线连接符 2"/>
          <p:cNvCxnSpPr/>
          <p:nvPr/>
        </p:nvCxnSpPr>
        <p:spPr>
          <a:xfrm>
            <a:off x="3256609" y="3429000"/>
            <a:ext cx="567878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1115</Words>
  <Application>Microsoft Macintosh PowerPoint</Application>
  <PresentationFormat>宽屏</PresentationFormat>
  <Paragraphs>121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DengXian</vt:lpstr>
      <vt:lpstr>DengXian Light</vt:lpstr>
      <vt:lpstr>FZQingKeBenYueSongS-R-GB</vt:lpstr>
      <vt:lpstr>Heiti SC Light</vt:lpstr>
      <vt:lpstr>HYShiGuangTiW</vt:lpstr>
      <vt:lpstr>Microsoft YaHei Light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20</cp:revision>
  <dcterms:created xsi:type="dcterms:W3CDTF">2019-01-11T04:30:32Z</dcterms:created>
  <dcterms:modified xsi:type="dcterms:W3CDTF">2019-01-11T06:59:00Z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v1.0_mb_eW1a7lTzHphwtrfdc3Xdug==</vt:lpwstr>
  </property>
</Properties>
</file>