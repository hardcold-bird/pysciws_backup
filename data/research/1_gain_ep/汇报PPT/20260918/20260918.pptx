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646" r:id="rId3"/>
    <p:sldId id="831" r:id="rId4"/>
    <p:sldId id="833" r:id="rId5"/>
    <p:sldId id="834" r:id="rId6"/>
    <p:sldId id="83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5"/>
    <p:restoredTop sz="94674"/>
  </p:normalViewPr>
  <p:slideViewPr>
    <p:cSldViewPr snapToGrid="0" snapToObjects="1" showGuides="1">
      <p:cViewPr varScale="1">
        <p:scale>
          <a:sx n="71" d="100"/>
          <a:sy n="71" d="100"/>
        </p:scale>
        <p:origin x="288" y="22"/>
      </p:cViewPr>
      <p:guideLst>
        <p:guide orient="horz" pos="2143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95953" y="2180492"/>
            <a:ext cx="6600093" cy="249701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梯形 6"/>
          <p:cNvSpPr/>
          <p:nvPr/>
        </p:nvSpPr>
        <p:spPr>
          <a:xfrm flipV="1">
            <a:off x="5064209" y="2180491"/>
            <a:ext cx="2063583" cy="269631"/>
          </a:xfrm>
          <a:prstGeom prst="trapezoid">
            <a:avLst>
              <a:gd name="adj" fmla="val 644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279400" dist="762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050291" y="3136612"/>
            <a:ext cx="609141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Heiti SC Light" charset="-122"/>
                <a:ea typeface="Heiti SC Light" charset="-122"/>
                <a:cs typeface="Heiti SC Light" charset="-122"/>
              </a:rPr>
              <a:t>本学期工作的</a:t>
            </a:r>
            <a:r>
              <a:rPr kumimoji="1" lang="zh-CN" altLang="en-US" sz="3200" dirty="0">
                <a:latin typeface="Heiti SC Light" charset="-122"/>
                <a:ea typeface="Heiti SC Light" charset="-122"/>
                <a:cs typeface="Heiti SC Light" charset="-122"/>
              </a:rPr>
              <a:t>脚手架</a:t>
            </a:r>
            <a:endParaRPr kumimoji="1" lang="zh-CN" altLang="en-US" sz="32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9275" y="401320"/>
            <a:ext cx="1624965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r>
              <a:rPr kumimoji="1" lang="zh-CN" altLang="en-US" sz="2000" spc="300" dirty="0">
                <a:latin typeface="Heiti SC Light" charset="-122"/>
                <a:ea typeface="Heiti SC Light" charset="-122"/>
                <a:cs typeface="Heiti SC Light" charset="-122"/>
              </a:rPr>
              <a:t>现状总结</a:t>
            </a:r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100" y="208915"/>
            <a:ext cx="2094230" cy="25609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9275" y="1224915"/>
            <a:ext cx="3274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目前，实验平台已经基本跑通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50695" y="273113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NI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数据采集卡（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measure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24983" y="2731678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步进电机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move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20557" y="2731003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扫场平台程序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sweeper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20" name="直接箭头连接符 19"/>
          <p:cNvCxnSpPr>
            <a:stCxn id="17" idx="3"/>
            <a:endCxn id="19" idx="1"/>
          </p:cNvCxnSpPr>
          <p:nvPr/>
        </p:nvCxnSpPr>
        <p:spPr>
          <a:xfrm>
            <a:off x="3319041" y="3146155"/>
            <a:ext cx="140144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8" idx="1"/>
            <a:endCxn id="19" idx="3"/>
          </p:cNvCxnSpPr>
          <p:nvPr/>
        </p:nvCxnSpPr>
        <p:spPr>
          <a:xfrm flipH="1" flipV="1">
            <a:off x="6288786" y="3146155"/>
            <a:ext cx="1536065" cy="63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362700" y="2686685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MT_API.dll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98520" y="2686050"/>
            <a:ext cx="1242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nidaqmx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包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20468" y="1254668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数据处理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analyze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5" name="直接箭头连接符 4"/>
          <p:cNvCxnSpPr>
            <a:stCxn id="4" idx="2"/>
            <a:endCxn id="19" idx="0"/>
          </p:cNvCxnSpPr>
          <p:nvPr/>
        </p:nvCxnSpPr>
        <p:spPr>
          <a:xfrm>
            <a:off x="5504711" y="2084435"/>
            <a:ext cx="0" cy="64643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321175" y="2115820"/>
            <a:ext cx="2200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numpy	scipy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cxnSp>
        <p:nvCxnSpPr>
          <p:cNvPr id="9" name="直接箭头连接符 8"/>
          <p:cNvCxnSpPr>
            <a:stCxn id="19" idx="2"/>
            <a:endCxn id="11" idx="0"/>
          </p:cNvCxnSpPr>
          <p:nvPr/>
        </p:nvCxnSpPr>
        <p:spPr>
          <a:xfrm>
            <a:off x="5504711" y="3560810"/>
            <a:ext cx="7620" cy="701040"/>
          </a:xfrm>
          <a:prstGeom prst="straightConnector1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triangle" w="med" len="med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720590" y="4262120"/>
            <a:ext cx="1583690" cy="11887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其他模块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（例如神经网络模型）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68140" y="3634740"/>
            <a:ext cx="3148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pytorch	transformers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9275" y="4518660"/>
            <a:ext cx="30422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python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方案的优势：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1.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环境开放，现代工具链完善，维护效率高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2.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可拓展性强（人工智能的原生环境，方便对接机器学习工具链）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25105" y="4026535"/>
            <a:ext cx="32423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下一步的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工作：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完善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实验大报告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科研绘图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开题（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文献调研）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读文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章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任务比较多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→ AI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提效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9275" y="401320"/>
            <a:ext cx="279146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r>
              <a:rPr kumimoji="1" lang="zh-CN" altLang="en-US" sz="2000" spc="300" dirty="0">
                <a:latin typeface="Heiti SC Light" charset="-122"/>
                <a:ea typeface="Heiti SC Light" charset="-122"/>
                <a:cs typeface="Heiti SC Light" charset="-122"/>
              </a:rPr>
              <a:t>今天的</a:t>
            </a:r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AI</a:t>
            </a:r>
            <a:r>
              <a:rPr kumimoji="1" lang="zh-CN" altLang="en-US" sz="2000" spc="300" dirty="0">
                <a:latin typeface="Heiti SC Light" charset="-122"/>
                <a:ea typeface="Heiti SC Light" charset="-122"/>
                <a:cs typeface="Heiti SC Light" charset="-122"/>
              </a:rPr>
              <a:t>能做什么</a:t>
            </a:r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9275" y="1224915"/>
            <a:ext cx="7069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Claude Code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Anthropic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2025.3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685290"/>
            <a:ext cx="5237480" cy="14554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55" y="337185"/>
            <a:ext cx="2726690" cy="2803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3601085"/>
            <a:ext cx="5016500" cy="1263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50" y="3601085"/>
            <a:ext cx="2982595" cy="9201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文本框 21"/>
          <p:cNvSpPr txBox="1"/>
          <p:nvPr/>
        </p:nvSpPr>
        <p:spPr>
          <a:xfrm>
            <a:off x="549275" y="3140710"/>
            <a:ext cx="4740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Codex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OpenAI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2025.4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020" y="5177790"/>
            <a:ext cx="5571490" cy="1482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文本框 24"/>
          <p:cNvSpPr txBox="1"/>
          <p:nvPr/>
        </p:nvSpPr>
        <p:spPr>
          <a:xfrm>
            <a:off x="549275" y="5154930"/>
            <a:ext cx="27724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国产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方面：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DeepSeek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V3 0324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DeepSeek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R1 0528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584565" y="2007235"/>
            <a:ext cx="2992755" cy="3959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时至今日，国产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AI Agent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应用也已经比较成熟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普通人可以方便地获取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和使用。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2025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年，我曾尝试过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AI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辅助仿真，效果不佳。但现在我们可以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再试试。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9275" y="401320"/>
            <a:ext cx="1567815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r>
              <a:rPr kumimoji="1" lang="zh-CN" altLang="en-US" sz="2000" spc="300" dirty="0">
                <a:latin typeface="Heiti SC Light" charset="-122"/>
                <a:ea typeface="Heiti SC Light" charset="-122"/>
                <a:cs typeface="Heiti SC Light" charset="-122"/>
              </a:rPr>
              <a:t>一些准备</a:t>
            </a:r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" y="1132205"/>
            <a:ext cx="6981190" cy="31883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475" y="5050155"/>
            <a:ext cx="4567555" cy="1598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15" y="4320540"/>
            <a:ext cx="2410460" cy="2327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790" y="4320540"/>
            <a:ext cx="3709035" cy="181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30" y="3187700"/>
            <a:ext cx="2797810" cy="8623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 descr="1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825" y="1066165"/>
            <a:ext cx="4447540" cy="16033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/>
          <p:cNvPicPr/>
          <p:nvPr/>
        </p:nvPicPr>
        <p:blipFill>
          <a:blip r:embed="rId7"/>
          <a:stretch>
            <a:fillRect/>
          </a:stretch>
        </p:blipFill>
        <p:spPr>
          <a:xfrm>
            <a:off x="7847330" y="4050030"/>
            <a:ext cx="2820670" cy="11036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7330" y="5153660"/>
            <a:ext cx="2355850" cy="1398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9275" y="401320"/>
            <a:ext cx="127381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pySci·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9275" y="1224915"/>
            <a:ext cx="3042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我创建了一个新项目，用于集中处理前面提到的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任务。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557905" y="187134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NI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数据采集卡（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measure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632193" y="1871888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步进电机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move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27767" y="1871213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扫场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实验平台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Sweep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32" name="直接箭头连接符 31"/>
          <p:cNvCxnSpPr>
            <a:stCxn id="29" idx="3"/>
            <a:endCxn id="31" idx="1"/>
          </p:cNvCxnSpPr>
          <p:nvPr/>
        </p:nvCxnSpPr>
        <p:spPr>
          <a:xfrm>
            <a:off x="5126251" y="2286365"/>
            <a:ext cx="140144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30" idx="1"/>
            <a:endCxn id="31" idx="3"/>
          </p:cNvCxnSpPr>
          <p:nvPr/>
        </p:nvCxnSpPr>
        <p:spPr>
          <a:xfrm flipH="1" flipV="1">
            <a:off x="8095996" y="2286365"/>
            <a:ext cx="1536065" cy="63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169910" y="1826895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MT_API.dll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205730" y="1826260"/>
            <a:ext cx="1242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nidaqmx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包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27678" y="394878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数据处理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analyze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37" name="直接箭头连接符 36"/>
          <p:cNvCxnSpPr>
            <a:stCxn id="36" idx="2"/>
            <a:endCxn id="31" idx="0"/>
          </p:cNvCxnSpPr>
          <p:nvPr/>
        </p:nvCxnSpPr>
        <p:spPr>
          <a:xfrm>
            <a:off x="7311921" y="1224645"/>
            <a:ext cx="0" cy="64643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128385" y="1256030"/>
            <a:ext cx="2200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numpy	scipy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cxnSp>
        <p:nvCxnSpPr>
          <p:cNvPr id="39" name="直接箭头连接符 38"/>
          <p:cNvCxnSpPr>
            <a:stCxn id="31" idx="2"/>
          </p:cNvCxnSpPr>
          <p:nvPr/>
        </p:nvCxnSpPr>
        <p:spPr>
          <a:xfrm>
            <a:off x="7311921" y="2701020"/>
            <a:ext cx="7620" cy="701040"/>
          </a:xfrm>
          <a:prstGeom prst="straightConnector1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triangle" w="med" len="med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527800" y="3402330"/>
            <a:ext cx="1583690" cy="895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Coding Agent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pySci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5653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文档的管理与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写作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6459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文献调研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21056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科研绘图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30250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理论计算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4847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comsol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仿真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python-mph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47" name="肘形连接符 46"/>
          <p:cNvCxnSpPr>
            <a:stCxn id="40" idx="2"/>
            <a:endCxn id="43" idx="0"/>
          </p:cNvCxnSpPr>
          <p:nvPr/>
        </p:nvCxnSpPr>
        <p:spPr>
          <a:xfrm rot="5400000">
            <a:off x="4114800" y="2131695"/>
            <a:ext cx="1039495" cy="53708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0" idx="2"/>
            <a:endCxn id="45" idx="0"/>
          </p:cNvCxnSpPr>
          <p:nvPr/>
        </p:nvCxnSpPr>
        <p:spPr>
          <a:xfrm rot="5400000" flipV="1">
            <a:off x="7183755" y="4433570"/>
            <a:ext cx="1039495" cy="7670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40" idx="2"/>
            <a:endCxn id="46" idx="0"/>
          </p:cNvCxnSpPr>
          <p:nvPr/>
        </p:nvCxnSpPr>
        <p:spPr>
          <a:xfrm rot="5400000" flipV="1">
            <a:off x="8206740" y="3410585"/>
            <a:ext cx="1039495" cy="28130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40" idx="2"/>
            <a:endCxn id="42" idx="0"/>
          </p:cNvCxnSpPr>
          <p:nvPr/>
        </p:nvCxnSpPr>
        <p:spPr>
          <a:xfrm rot="5400000">
            <a:off x="6160770" y="4177665"/>
            <a:ext cx="1039495" cy="12788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40" idx="2"/>
            <a:endCxn id="44" idx="0"/>
          </p:cNvCxnSpPr>
          <p:nvPr/>
        </p:nvCxnSpPr>
        <p:spPr>
          <a:xfrm rot="5400000">
            <a:off x="5137785" y="3154680"/>
            <a:ext cx="1039495" cy="33248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WPS 演示</Application>
  <PresentationFormat>宽屏</PresentationFormat>
  <Paragraphs>93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</vt:lpstr>
      <vt:lpstr>Heiti SC Light</vt:lpstr>
      <vt:lpstr>微软雅黑</vt:lpstr>
      <vt:lpstr>微软雅黑 Light</vt:lpstr>
      <vt:lpstr>等线</vt:lpstr>
      <vt:lpstr>Arial Unicode MS</vt:lpstr>
      <vt:lpstr>等线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南极老飞禽</cp:lastModifiedBy>
  <cp:revision>532</cp:revision>
  <dcterms:created xsi:type="dcterms:W3CDTF">2019-01-11T04:30:00Z</dcterms:created>
  <dcterms:modified xsi:type="dcterms:W3CDTF">2026-10-15T11:00:41Z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KSOTemplateUUID">
    <vt:lpwstr>v1.0_mb_eW1a7lTzHphwtrfdc3Xdug==</vt:lpwstr>
  </property>
  <property fmtid="{D5CDD505-2E9C-101B-9397-08002B2CF9AE}" pid="4" name="ICV">
    <vt:lpwstr>DBC9C50575284D97AC381247369D7C8E_12</vt:lpwstr>
  </property>
</Properties>
</file>