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5"/>
    <p:restoredTop sz="94674"/>
  </p:normalViewPr>
  <p:slideViewPr>
    <p:cSldViewPr snapToGrid="0" snapToObjects="1" showGuides="1">
      <p:cViewPr>
        <p:scale>
          <a:sx n="99" d="100"/>
          <a:sy n="99" d="100"/>
        </p:scale>
        <p:origin x="-24" y="3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3666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8057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292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6906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64355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8852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56567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7921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5972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6891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54117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25" b="31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39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2795953" y="2180492"/>
            <a:ext cx="6600093" cy="2497016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梯形 6"/>
          <p:cNvSpPr/>
          <p:nvPr/>
        </p:nvSpPr>
        <p:spPr>
          <a:xfrm flipV="1">
            <a:off x="5064209" y="2180491"/>
            <a:ext cx="2063583" cy="269631"/>
          </a:xfrm>
          <a:prstGeom prst="trapezoid">
            <a:avLst>
              <a:gd name="adj" fmla="val 64488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279400" dist="762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631095" y="3019047"/>
            <a:ext cx="4717774" cy="598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zh-CN" altLang="en-US" sz="3200" dirty="0" smtClean="0">
                <a:latin typeface="等线 Light" charset="-122"/>
                <a:ea typeface="等线 Light" charset="-122"/>
                <a:cs typeface="等线 Light" charset="-122"/>
              </a:rPr>
              <a:t>本学期工作汇报</a:t>
            </a:r>
            <a:endParaRPr kumimoji="1" lang="zh-CN" altLang="en-US" sz="3200" dirty="0">
              <a:latin typeface="Heiti SC Light" charset="-122"/>
              <a:ea typeface="Heiti SC Light" charset="-122"/>
              <a:cs typeface="Heiti SC Light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345296" y="3712253"/>
            <a:ext cx="5289371" cy="229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>
              <a:lnSpc>
                <a:spcPct val="130000"/>
              </a:lnSpc>
            </a:pPr>
            <a:r>
              <a:rPr lang="en-US" altLang="zh-CN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等线" charset="-122"/>
                <a:ea typeface="等线" charset="-122"/>
                <a:cs typeface="等线" charset="-122"/>
              </a:rPr>
              <a:t>2026-10-15</a:t>
            </a:r>
            <a:endParaRPr lang="en-US" altLang="zh-CN" sz="800" dirty="0">
              <a:solidFill>
                <a:schemeClr val="tx1">
                  <a:lumMod val="65000"/>
                  <a:lumOff val="35000"/>
                </a:schemeClr>
              </a:solidFill>
              <a:latin typeface="Heiti SC Light" charset="-122"/>
              <a:ea typeface="Heiti SC Light" charset="-122"/>
              <a:cs typeface="Heiti SC Light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774595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401320"/>
            <a:ext cx="5500000" cy="3987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sz="2000" spc="300">
                <a:latin typeface="Heiti SC Light" charset="-122"/>
                <a:ea typeface="Heiti SC Light" charset="-122"/>
                <a:cs typeface="Heiti SC Light" charset="-122"/>
              </a:rPr>
              <a:t>AI COMSOL</a:t>
            </a:r>
          </a:p>
        </p:txBody>
      </p:sp>
      <p:sp>
        <p:nvSpPr>
          <p:cNvPr id="6" name="矩形 5"/>
          <p:cNvSpPr/>
          <p:nvPr/>
        </p:nvSpPr>
        <p:spPr>
          <a:xfrm>
            <a:off x="549057" y="1225062"/>
            <a:ext cx="11027591" cy="52318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7" name="Picture 6" descr="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5486400" cy="28658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233672"/>
            <a:ext cx="54864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3F3F3F"/>
                </a:solidFill>
                <a:latin typeface="等线"/>
                <a:ea typeface="等线"/>
                <a:cs typeface="等线"/>
              </a:rPr>
              <a:t>COMSOL 2027 · MCP Server</a:t>
            </a:r>
          </a:p>
        </p:txBody>
      </p:sp>
      <p:pic>
        <p:nvPicPr>
          <p:cNvPr id="9" name="Picture 8" descr="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99432"/>
            <a:ext cx="5486400" cy="13254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934456"/>
            <a:ext cx="54864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3F3F3F"/>
                </a:solidFill>
                <a:latin typeface="等线"/>
                <a:ea typeface="等线"/>
                <a:cs typeface="等线"/>
              </a:rPr>
              <a:t>倒计时 · 即将发布</a:t>
            </a:r>
          </a:p>
        </p:txBody>
      </p:sp>
      <p:pic>
        <p:nvPicPr>
          <p:cNvPr id="11" name="Picture 10" descr="repo_wj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362456"/>
            <a:ext cx="4946904" cy="2150529"/>
          </a:xfrm>
          <a:prstGeom prst="rect">
            <a:avLst/>
          </a:prstGeom>
        </p:spPr>
      </p:pic>
      <p:pic>
        <p:nvPicPr>
          <p:cNvPr id="12" name="Picture 11" descr="repo_m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675887"/>
            <a:ext cx="4946904" cy="21505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92240" y="5879592"/>
            <a:ext cx="4946904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3F3F3F"/>
                </a:solidFill>
                <a:latin typeface="等线"/>
                <a:ea typeface="等线"/>
                <a:cs typeface="等线"/>
              </a:rPr>
              <a:t>社区先行 · 41 个仓库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矩形 5"/>
          <p:cNvSpPr/>
          <p:nvPr/>
        </p:nvSpPr>
        <p:spPr>
          <a:xfrm>
            <a:off x="549057" y="1225062"/>
            <a:ext cx="11027591" cy="52318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标题 1"/>
          <p:cNvSpPr txBox="1"/>
          <p:nvPr/>
        </p:nvSpPr>
        <p:spPr>
          <a:xfrm>
            <a:off x="549275" y="401320"/>
            <a:ext cx="5500000" cy="3987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CN" sz="2000" spc="300" dirty="0">
                <a:latin typeface="Heiti SC Light" charset="-122"/>
                <a:ea typeface="Heiti SC Light" charset="-122"/>
                <a:cs typeface="Heiti SC Light" charset="-122"/>
              </a:rPr>
              <a:t>·pySci·</a:t>
            </a:r>
            <a:endParaRPr kumimoji="1" lang="zh-CN" altLang="en-US" sz="2000" spc="300" dirty="0">
              <a:latin typeface="Heiti SC Light" charset="-122"/>
              <a:ea typeface="Heiti SC Light" charset="-122"/>
              <a:cs typeface="Heiti SC Light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49275" y="1224915"/>
            <a:ext cx="304228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我创建了一个新项目，用于集中处理前面提到的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任务。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557905" y="187134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NI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数据采集卡（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measure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en-US" altLang="zh-CN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9632193" y="1871888"/>
            <a:ext cx="1568186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步进电机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move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527767" y="1871213"/>
            <a:ext cx="1568186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扫场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实验平台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py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Sweep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cxnSp>
        <p:nvCxnSpPr>
          <p:cNvPr id="32" name="直接箭头连接符 31"/>
          <p:cNvCxnSpPr>
            <a:stCxn id="29" idx="3"/>
            <a:endCxn id="31" idx="1"/>
          </p:cNvCxnSpPr>
          <p:nvPr/>
        </p:nvCxnSpPr>
        <p:spPr>
          <a:xfrm>
            <a:off x="5126251" y="2286365"/>
            <a:ext cx="140144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>
            <a:stCxn id="30" idx="1"/>
            <a:endCxn id="31" idx="3"/>
          </p:cNvCxnSpPr>
          <p:nvPr/>
        </p:nvCxnSpPr>
        <p:spPr>
          <a:xfrm flipH="1" flipV="1">
            <a:off x="8095996" y="2286365"/>
            <a:ext cx="1536065" cy="635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文本框 33"/>
          <p:cNvSpPr txBox="1"/>
          <p:nvPr/>
        </p:nvSpPr>
        <p:spPr>
          <a:xfrm>
            <a:off x="8169910" y="1826895"/>
            <a:ext cx="14624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MT_API.dll</a:t>
            </a:r>
            <a:endParaRPr lang="en-US" altLang="zh-CN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205730" y="1826260"/>
            <a:ext cx="12426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nidaqmx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包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527678" y="394878"/>
            <a:ext cx="1568186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数据处理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analyze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cxnSp>
        <p:nvCxnSpPr>
          <p:cNvPr id="37" name="直接箭头连接符 36"/>
          <p:cNvCxnSpPr>
            <a:stCxn id="36" idx="2"/>
            <a:endCxn id="31" idx="0"/>
          </p:cNvCxnSpPr>
          <p:nvPr/>
        </p:nvCxnSpPr>
        <p:spPr>
          <a:xfrm>
            <a:off x="7311921" y="1224645"/>
            <a:ext cx="0" cy="64643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6128385" y="1256030"/>
            <a:ext cx="22009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numpy	scipy</a:t>
            </a:r>
            <a:endParaRPr lang="en-US" altLang="zh-CN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cxnSp>
        <p:nvCxnSpPr>
          <p:cNvPr id="39" name="直接箭头连接符 38"/>
          <p:cNvCxnSpPr>
            <a:stCxn id="31" idx="2"/>
          </p:cNvCxnSpPr>
          <p:nvPr/>
        </p:nvCxnSpPr>
        <p:spPr>
          <a:xfrm>
            <a:off x="7311921" y="2701020"/>
            <a:ext cx="7620" cy="701040"/>
          </a:xfrm>
          <a:prstGeom prst="straightConnector1">
            <a:avLst/>
          </a:prstGeom>
          <a:ln w="6350" cap="flat" cmpd="sng" algn="ctr">
            <a:solidFill>
              <a:schemeClr val="tx1"/>
            </a:solidFill>
            <a:prstDash val="dash"/>
            <a:miter lim="800000"/>
            <a:headEnd type="triangle" w="med" len="med"/>
            <a:tailEnd type="triangle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文本框 39"/>
          <p:cNvSpPr txBox="1"/>
          <p:nvPr/>
        </p:nvSpPr>
        <p:spPr>
          <a:xfrm>
            <a:off x="6527800" y="3402330"/>
            <a:ext cx="1583690" cy="8953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Coding Agent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pySci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525653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  <a:prstDash val="lgDash"/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文档的管理与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写作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116459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文献调研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321056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  <a:prstDash val="lgDash"/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科研绘图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730250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  <a:prstDash val="solid"/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理论计算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CAS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934847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  <a:prstDash val="lgDash"/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comsol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仿真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python-mph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cxnSp>
        <p:nvCxnSpPr>
          <p:cNvPr id="47" name="肘形连接符 46"/>
          <p:cNvCxnSpPr>
            <a:stCxn id="40" idx="2"/>
            <a:endCxn id="43" idx="0"/>
          </p:cNvCxnSpPr>
          <p:nvPr/>
        </p:nvCxnSpPr>
        <p:spPr>
          <a:xfrm rot="5400000">
            <a:off x="4114800" y="2131695"/>
            <a:ext cx="1039495" cy="53708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" name="肘形连接符 47"/>
          <p:cNvCxnSpPr>
            <a:stCxn id="40" idx="2"/>
            <a:endCxn id="45" idx="0"/>
          </p:cNvCxnSpPr>
          <p:nvPr/>
        </p:nvCxnSpPr>
        <p:spPr>
          <a:xfrm rot="5400000" flipV="1">
            <a:off x="7183755" y="4433570"/>
            <a:ext cx="1039495" cy="76708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9" name="肘形连接符 48"/>
          <p:cNvCxnSpPr>
            <a:stCxn id="40" idx="2"/>
            <a:endCxn id="46" idx="0"/>
          </p:cNvCxnSpPr>
          <p:nvPr/>
        </p:nvCxnSpPr>
        <p:spPr>
          <a:xfrm rot="5400000" flipV="1">
            <a:off x="8206740" y="3410585"/>
            <a:ext cx="1039495" cy="281305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肘形连接符 49"/>
          <p:cNvCxnSpPr>
            <a:stCxn id="40" idx="2"/>
            <a:endCxn id="42" idx="0"/>
          </p:cNvCxnSpPr>
          <p:nvPr/>
        </p:nvCxnSpPr>
        <p:spPr>
          <a:xfrm rot="5400000">
            <a:off x="6160770" y="4177665"/>
            <a:ext cx="1039495" cy="127889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1" name="肘形连接符 50"/>
          <p:cNvCxnSpPr>
            <a:stCxn id="40" idx="2"/>
            <a:endCxn id="44" idx="0"/>
          </p:cNvCxnSpPr>
          <p:nvPr/>
        </p:nvCxnSpPr>
        <p:spPr>
          <a:xfrm rot="5400000">
            <a:off x="5137785" y="3154680"/>
            <a:ext cx="1039495" cy="332486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_page4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_page5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401320"/>
            <a:ext cx="5500000" cy="3987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sz="2000" spc="300">
                <a:latin typeface="Heiti SC Light" charset="-122"/>
                <a:ea typeface="Heiti SC Light" charset="-122"/>
                <a:cs typeface="Heiti SC Light" charset="-122"/>
              </a:rPr>
              <a:t>pySci 与 Agent Loop</a:t>
            </a:r>
          </a:p>
        </p:txBody>
      </p:sp>
      <p:sp>
        <p:nvSpPr>
          <p:cNvPr id="6" name="矩形 5"/>
          <p:cNvSpPr/>
          <p:nvPr/>
        </p:nvSpPr>
        <p:spPr>
          <a:xfrm>
            <a:off x="549057" y="1225062"/>
            <a:ext cx="11027591" cy="52318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7" name="Picture 6" descr="pysci_vs_re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1362456"/>
            <a:ext cx="9912096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_page7_r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文本框 7"/>
          <p:cNvSpPr txBox="1"/>
          <p:nvPr/>
        </p:nvSpPr>
        <p:spPr>
          <a:xfrm>
            <a:off x="4863547" y="2672433"/>
            <a:ext cx="2464905" cy="598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zh-CN" sz="3200" dirty="0" smtClean="0">
                <a:latin typeface="Heiti SC Light" charset="-122"/>
                <a:ea typeface="Heiti SC Light" charset="-122"/>
                <a:cs typeface="Heiti SC Light" charset="-122"/>
              </a:rPr>
              <a:t>THANKS</a:t>
            </a:r>
            <a:endParaRPr kumimoji="1" lang="zh-CN" altLang="en-US" sz="3200" dirty="0">
              <a:latin typeface="Heiti SC Light" charset="-122"/>
              <a:ea typeface="Heiti SC Light" charset="-122"/>
              <a:cs typeface="Heiti SC Light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345296" y="3712253"/>
            <a:ext cx="5289371" cy="229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>
              <a:lnSpc>
                <a:spcPct val="130000"/>
              </a:lnSpc>
            </a:pPr>
            <a:r>
              <a:rPr lang="en-US" altLang="zh-CN" sz="8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Heiti SC Light" charset="-122"/>
                <a:ea typeface="Heiti SC Light" charset="-122"/>
                <a:cs typeface="Heiti SC Light" charset="-122"/>
              </a:rPr>
              <a:t>BUSSINESS</a:t>
            </a:r>
            <a:r>
              <a:rPr lang="zh-CN" altLang="en-US" sz="8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Heiti SC Light" charset="-122"/>
                <a:ea typeface="Heiti SC Light" charset="-122"/>
                <a:cs typeface="Heiti SC Light" charset="-122"/>
              </a:rPr>
              <a:t> </a:t>
            </a:r>
            <a:r>
              <a:rPr lang="en-US" altLang="zh-CN" sz="8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Heiti SC Light" charset="-122"/>
                <a:ea typeface="Heiti SC Light" charset="-122"/>
                <a:cs typeface="Heiti SC Light" charset="-122"/>
              </a:rPr>
              <a:t>POWERPOINT</a:t>
            </a:r>
            <a:endParaRPr lang="en-US" altLang="zh-CN" sz="800" dirty="0">
              <a:solidFill>
                <a:schemeClr val="tx1">
                  <a:lumMod val="65000"/>
                  <a:lumOff val="35000"/>
                </a:schemeClr>
              </a:solidFill>
              <a:latin typeface="Heiti SC Light" charset="-122"/>
              <a:ea typeface="Heiti SC Light" charset="-122"/>
              <a:cs typeface="Heiti SC Light" charset="-122"/>
            </a:endParaRPr>
          </a:p>
        </p:txBody>
      </p:sp>
      <p:cxnSp>
        <p:nvCxnSpPr>
          <p:cNvPr id="3" name="直线连接符 2"/>
          <p:cNvCxnSpPr/>
          <p:nvPr/>
        </p:nvCxnSpPr>
        <p:spPr>
          <a:xfrm>
            <a:off x="3256609" y="3429000"/>
            <a:ext cx="5678783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1115</Words>
  <Application>Microsoft Macintosh PowerPoint</Application>
  <PresentationFormat>宽屏</PresentationFormat>
  <Paragraphs>121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8" baseType="lpstr">
      <vt:lpstr>DengXian</vt:lpstr>
      <vt:lpstr>DengXian Light</vt:lpstr>
      <vt:lpstr>FZQingKeBenYueSongS-R-GB</vt:lpstr>
      <vt:lpstr>Heiti SC Light</vt:lpstr>
      <vt:lpstr>HYShiGuangTiW</vt:lpstr>
      <vt:lpstr>Microsoft YaHei Light</vt:lpstr>
      <vt:lpstr>Arial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15.0036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用户</dc:creator>
  <cp:lastModifiedBy>Microsoft Office 用户</cp:lastModifiedBy>
  <cp:revision>20</cp:revision>
  <dcterms:created xsi:type="dcterms:W3CDTF">2019-01-11T04:30:32Z</dcterms:created>
  <dcterms:modified xsi:type="dcterms:W3CDTF">2019-01-11T06:59:00Z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2052-11.1.0.9912</vt:lpwstr>
  </property>
  <property fmtid="{D5CDD505-2E9C-101B-9397-08002B2CF9AE}" pid="3" name="KSOTemplateUUID">
    <vt:lpwstr>v1.0_mb_eW1a7lTzHphwtrfdc3Xdug==</vt:lpwstr>
  </property>
</Properties>
</file>